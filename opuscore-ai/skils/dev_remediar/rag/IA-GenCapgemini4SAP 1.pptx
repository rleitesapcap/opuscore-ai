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16"/>
  </p:notesMasterIdLst>
  <p:sldIdLst>
    <p:sldId id="256" r:id="rId5"/>
    <p:sldId id="280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75" r:id="rId15"/>
  </p:sldIdLst>
  <p:sldSz cx="18288000" cy="10287000"/>
  <p:notesSz cx="6858000" cy="9144000"/>
  <p:embeddedFontLs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05E"/>
    <a:srgbClr val="00C057"/>
    <a:srgbClr val="25FF88"/>
    <a:srgbClr val="00E668"/>
    <a:srgbClr val="00D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58A212-EB09-4CA1-9A95-0720768355C3}" v="65" dt="2026-08-05T14:19:01.075"/>
  </p1510:revLst>
</p1510:revInfo>
</file>

<file path=ppt/tableStyles.xml><?xml version="1.0" encoding="utf-8"?>
<a:tblStyleLst xmlns:a="http://schemas.openxmlformats.org/drawingml/2006/main" def="{5AA50669-F0FF-47EA-900D-B8F75C85626B}">
  <a:tblStyle styleId="{5AA50669-F0FF-47EA-900D-B8F75C8562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84EF1F-FCCB-45B8-9BED-31700949ACF7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6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6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eCell>
    <a:sw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ri, Fabio" userId="fe14ffae-6440-4780-b62a-042d933be62f" providerId="ADAL" clId="{22083F38-45A1-4A53-A678-15FFE066792C}"/>
    <pc:docChg chg="undo custSel addSld delSld modSld">
      <pc:chgData name="Ferri, Fabio" userId="fe14ffae-6440-4780-b62a-042d933be62f" providerId="ADAL" clId="{22083F38-45A1-4A53-A678-15FFE066792C}" dt="2026-08-05T14:32:49.060" v="5241" actId="14100"/>
      <pc:docMkLst>
        <pc:docMk/>
      </pc:docMkLst>
      <pc:sldChg chg="modSp mod">
        <pc:chgData name="Ferri, Fabio" userId="fe14ffae-6440-4780-b62a-042d933be62f" providerId="ADAL" clId="{22083F38-45A1-4A53-A678-15FFE066792C}" dt="2026-08-04T19:49:48.890" v="2682" actId="20577"/>
        <pc:sldMkLst>
          <pc:docMk/>
          <pc:sldMk cId="0" sldId="256"/>
        </pc:sldMkLst>
        <pc:spChg chg="mod">
          <ac:chgData name="Ferri, Fabio" userId="fe14ffae-6440-4780-b62a-042d933be62f" providerId="ADAL" clId="{22083F38-45A1-4A53-A678-15FFE066792C}" dt="2026-08-04T19:49:48.890" v="2682" actId="20577"/>
          <ac:spMkLst>
            <pc:docMk/>
            <pc:sldMk cId="0" sldId="256"/>
            <ac:spMk id="58" creationId="{00000000-0000-0000-0000-000000000000}"/>
          </ac:spMkLst>
        </pc:spChg>
        <pc:picChg chg="mod">
          <ac:chgData name="Ferri, Fabio" userId="fe14ffae-6440-4780-b62a-042d933be62f" providerId="ADAL" clId="{22083F38-45A1-4A53-A678-15FFE066792C}" dt="2026-08-04T19:40:54.668" v="2444" actId="1076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Ferri, Fabio" userId="fe14ffae-6440-4780-b62a-042d933be62f" providerId="ADAL" clId="{22083F38-45A1-4A53-A678-15FFE066792C}" dt="2026-08-04T19:34:48.585" v="2217" actId="1076"/>
          <ac:picMkLst>
            <pc:docMk/>
            <pc:sldMk cId="0" sldId="256"/>
            <ac:picMk id="55" creationId="{00000000-0000-0000-0000-000000000000}"/>
          </ac:picMkLst>
        </pc:picChg>
      </pc:sldChg>
      <pc:sldChg chg="addSp modSp mod">
        <pc:chgData name="Ferri, Fabio" userId="fe14ffae-6440-4780-b62a-042d933be62f" providerId="ADAL" clId="{22083F38-45A1-4A53-A678-15FFE066792C}" dt="2026-08-04T21:26:42.164" v="3776" actId="20577"/>
        <pc:sldMkLst>
          <pc:docMk/>
          <pc:sldMk cId="2331521825" sldId="280"/>
        </pc:sldMkLst>
        <pc:spChg chg="mod">
          <ac:chgData name="Ferri, Fabio" userId="fe14ffae-6440-4780-b62a-042d933be62f" providerId="ADAL" clId="{22083F38-45A1-4A53-A678-15FFE066792C}" dt="2026-08-04T21:26:42.164" v="3776" actId="20577"/>
          <ac:spMkLst>
            <pc:docMk/>
            <pc:sldMk cId="2331521825" sldId="280"/>
            <ac:spMk id="4" creationId="{38D2B649-9AFF-72AC-9807-6C2B480C1DA9}"/>
          </ac:spMkLst>
        </pc:spChg>
        <pc:spChg chg="mod">
          <ac:chgData name="Ferri, Fabio" userId="fe14ffae-6440-4780-b62a-042d933be62f" providerId="ADAL" clId="{22083F38-45A1-4A53-A678-15FFE066792C}" dt="2026-08-04T19:49:41.754" v="2678" actId="20577"/>
          <ac:spMkLst>
            <pc:docMk/>
            <pc:sldMk cId="2331521825" sldId="280"/>
            <ac:spMk id="6" creationId="{D3339BED-815C-69B8-B60B-3FB506BCFE24}"/>
          </ac:spMkLst>
        </pc:spChg>
        <pc:graphicFrameChg chg="add mod">
          <ac:chgData name="Ferri, Fabio" userId="fe14ffae-6440-4780-b62a-042d933be62f" providerId="ADAL" clId="{22083F38-45A1-4A53-A678-15FFE066792C}" dt="2026-08-04T19:36:56.183" v="2335"/>
          <ac:graphicFrameMkLst>
            <pc:docMk/>
            <pc:sldMk cId="2331521825" sldId="280"/>
            <ac:graphicFrameMk id="3" creationId="{647D6F62-69DA-D32A-D0DF-A4ADA77ADDE1}"/>
          </ac:graphicFrameMkLst>
        </pc:graphicFrameChg>
        <pc:graphicFrameChg chg="add mod">
          <ac:chgData name="Ferri, Fabio" userId="fe14ffae-6440-4780-b62a-042d933be62f" providerId="ADAL" clId="{22083F38-45A1-4A53-A678-15FFE066792C}" dt="2026-08-04T19:38:49.531" v="2383"/>
          <ac:graphicFrameMkLst>
            <pc:docMk/>
            <pc:sldMk cId="2331521825" sldId="280"/>
            <ac:graphicFrameMk id="7" creationId="{13F06038-D2CF-D8AB-3FC4-779343F01491}"/>
          </ac:graphicFrameMkLst>
        </pc:graphicFrameChg>
        <pc:graphicFrameChg chg="add mod">
          <ac:chgData name="Ferri, Fabio" userId="fe14ffae-6440-4780-b62a-042d933be62f" providerId="ADAL" clId="{22083F38-45A1-4A53-A678-15FFE066792C}" dt="2026-08-04T19:43:09.771" v="2531"/>
          <ac:graphicFrameMkLst>
            <pc:docMk/>
            <pc:sldMk cId="2331521825" sldId="280"/>
            <ac:graphicFrameMk id="8" creationId="{194EC780-2ADA-F2D0-E812-857464E27259}"/>
          </ac:graphicFrameMkLst>
        </pc:graphicFrameChg>
      </pc:sldChg>
      <pc:sldChg chg="del">
        <pc:chgData name="Ferri, Fabio" userId="fe14ffae-6440-4780-b62a-042d933be62f" providerId="ADAL" clId="{22083F38-45A1-4A53-A678-15FFE066792C}" dt="2026-08-04T19:55:40.306" v="2836" actId="47"/>
        <pc:sldMkLst>
          <pc:docMk/>
          <pc:sldMk cId="1598132326" sldId="281"/>
        </pc:sldMkLst>
      </pc:sldChg>
      <pc:sldChg chg="del">
        <pc:chgData name="Ferri, Fabio" userId="fe14ffae-6440-4780-b62a-042d933be62f" providerId="ADAL" clId="{22083F38-45A1-4A53-A678-15FFE066792C}" dt="2026-08-04T19:55:40.306" v="2836" actId="47"/>
        <pc:sldMkLst>
          <pc:docMk/>
          <pc:sldMk cId="211454449" sldId="283"/>
        </pc:sldMkLst>
      </pc:sldChg>
      <pc:sldChg chg="addSp delSp modSp mod">
        <pc:chgData name="Ferri, Fabio" userId="fe14ffae-6440-4780-b62a-042d933be62f" providerId="ADAL" clId="{22083F38-45A1-4A53-A678-15FFE066792C}" dt="2026-08-05T14:12:26.984" v="4789" actId="20577"/>
        <pc:sldMkLst>
          <pc:docMk/>
          <pc:sldMk cId="3175957148" sldId="284"/>
        </pc:sldMkLst>
        <pc:spChg chg="add del mod">
          <ac:chgData name="Ferri, Fabio" userId="fe14ffae-6440-4780-b62a-042d933be62f" providerId="ADAL" clId="{22083F38-45A1-4A53-A678-15FFE066792C}" dt="2026-08-04T19:53:32.513" v="2814" actId="478"/>
          <ac:spMkLst>
            <pc:docMk/>
            <pc:sldMk cId="3175957148" sldId="284"/>
            <ac:spMk id="3" creationId="{82F2A7C4-E8F6-FEE5-34A0-C363C065E348}"/>
          </ac:spMkLst>
        </pc:spChg>
        <pc:spChg chg="add del mod">
          <ac:chgData name="Ferri, Fabio" userId="fe14ffae-6440-4780-b62a-042d933be62f" providerId="ADAL" clId="{22083F38-45A1-4A53-A678-15FFE066792C}" dt="2026-08-04T19:57:15.480" v="2845" actId="478"/>
          <ac:spMkLst>
            <pc:docMk/>
            <pc:sldMk cId="3175957148" sldId="284"/>
            <ac:spMk id="5" creationId="{3794C75B-A406-F73F-7F23-5BC24DC931A4}"/>
          </ac:spMkLst>
        </pc:spChg>
        <pc:spChg chg="add mod">
          <ac:chgData name="Ferri, Fabio" userId="fe14ffae-6440-4780-b62a-042d933be62f" providerId="ADAL" clId="{22083F38-45A1-4A53-A678-15FFE066792C}" dt="2026-08-05T14:12:26.984" v="4789" actId="20577"/>
          <ac:spMkLst>
            <pc:docMk/>
            <pc:sldMk cId="3175957148" sldId="284"/>
            <ac:spMk id="7" creationId="{52CBE5B8-69BA-D917-0137-6E14DFF7CEF3}"/>
          </ac:spMkLst>
        </pc:spChg>
        <pc:spChg chg="del mod">
          <ac:chgData name="Ferri, Fabio" userId="fe14ffae-6440-4780-b62a-042d933be62f" providerId="ADAL" clId="{22083F38-45A1-4A53-A678-15FFE066792C}" dt="2026-08-04T19:57:51.780" v="2853" actId="478"/>
          <ac:spMkLst>
            <pc:docMk/>
            <pc:sldMk cId="3175957148" sldId="284"/>
            <ac:spMk id="24" creationId="{48C33FB1-D935-9E64-9DB9-B991AB469C29}"/>
          </ac:spMkLst>
        </pc:spChg>
        <pc:spChg chg="mod">
          <ac:chgData name="Ferri, Fabio" userId="fe14ffae-6440-4780-b62a-042d933be62f" providerId="ADAL" clId="{22083F38-45A1-4A53-A678-15FFE066792C}" dt="2026-08-04T19:50:27.178" v="2706" actId="20577"/>
          <ac:spMkLst>
            <pc:docMk/>
            <pc:sldMk cId="3175957148" sldId="284"/>
            <ac:spMk id="277" creationId="{94A24DB9-5A1D-388F-CD9A-C4DF2C9E0857}"/>
          </ac:spMkLst>
        </pc:spChg>
        <pc:spChg chg="mod">
          <ac:chgData name="Ferri, Fabio" userId="fe14ffae-6440-4780-b62a-042d933be62f" providerId="ADAL" clId="{22083F38-45A1-4A53-A678-15FFE066792C}" dt="2026-08-04T19:46:51.181" v="2617" actId="20577"/>
          <ac:spMkLst>
            <pc:docMk/>
            <pc:sldMk cId="3175957148" sldId="284"/>
            <ac:spMk id="307" creationId="{2F44AA5A-1B1E-07F0-766A-27C485FAA3FB}"/>
          </ac:spMkLst>
        </pc:spChg>
        <pc:graphicFrameChg chg="add mod">
          <ac:chgData name="Ferri, Fabio" userId="fe14ffae-6440-4780-b62a-042d933be62f" providerId="ADAL" clId="{22083F38-45A1-4A53-A678-15FFE066792C}" dt="2026-08-04T19:45:46.462" v="2582"/>
          <ac:graphicFrameMkLst>
            <pc:docMk/>
            <pc:sldMk cId="3175957148" sldId="284"/>
            <ac:graphicFrameMk id="2" creationId="{4EC488D4-19C9-B992-D0BE-34DC99B3A11E}"/>
          </ac:graphicFrameMkLst>
        </pc:graphicFrameChg>
        <pc:picChg chg="add mod">
          <ac:chgData name="Ferri, Fabio" userId="fe14ffae-6440-4780-b62a-042d933be62f" providerId="ADAL" clId="{22083F38-45A1-4A53-A678-15FFE066792C}" dt="2026-08-05T12:34:33.274" v="4072" actId="14100"/>
          <ac:picMkLst>
            <pc:docMk/>
            <pc:sldMk cId="3175957148" sldId="284"/>
            <ac:picMk id="3" creationId="{70BED340-0299-FEB1-7E68-308121623A88}"/>
          </ac:picMkLst>
        </pc:picChg>
        <pc:picChg chg="add del mod">
          <ac:chgData name="Ferri, Fabio" userId="fe14ffae-6440-4780-b62a-042d933be62f" providerId="ADAL" clId="{22083F38-45A1-4A53-A678-15FFE066792C}" dt="2026-08-04T20:14:48.103" v="3400" actId="478"/>
          <ac:picMkLst>
            <pc:docMk/>
            <pc:sldMk cId="3175957148" sldId="284"/>
            <ac:picMk id="9" creationId="{293E12B0-18BE-1D77-2824-FEDD63CAFD2C}"/>
          </ac:picMkLst>
        </pc:picChg>
        <pc:picChg chg="add mod">
          <ac:chgData name="Ferri, Fabio" userId="fe14ffae-6440-4780-b62a-042d933be62f" providerId="ADAL" clId="{22083F38-45A1-4A53-A678-15FFE066792C}" dt="2026-08-05T12:34:35.974" v="4073" actId="14100"/>
          <ac:picMkLst>
            <pc:docMk/>
            <pc:sldMk cId="3175957148" sldId="284"/>
            <ac:picMk id="11" creationId="{FE08BA87-F667-9BA9-F3CD-62C1A0D2A1C5}"/>
          </ac:picMkLst>
        </pc:picChg>
      </pc:sldChg>
      <pc:sldChg chg="addSp delSp modSp add mod">
        <pc:chgData name="Ferri, Fabio" userId="fe14ffae-6440-4780-b62a-042d933be62f" providerId="ADAL" clId="{22083F38-45A1-4A53-A678-15FFE066792C}" dt="2026-08-05T14:12:02.262" v="4787" actId="14100"/>
        <pc:sldMkLst>
          <pc:docMk/>
          <pc:sldMk cId="2113119868" sldId="285"/>
        </pc:sldMkLst>
        <pc:spChg chg="mod">
          <ac:chgData name="Ferri, Fabio" userId="fe14ffae-6440-4780-b62a-042d933be62f" providerId="ADAL" clId="{22083F38-45A1-4A53-A678-15FFE066792C}" dt="2026-08-05T14:12:02.262" v="4787" actId="14100"/>
          <ac:spMkLst>
            <pc:docMk/>
            <pc:sldMk cId="2113119868" sldId="285"/>
            <ac:spMk id="7" creationId="{D2AE3495-8D05-5E95-14C7-7390554664A4}"/>
          </ac:spMkLst>
        </pc:spChg>
        <pc:spChg chg="mod">
          <ac:chgData name="Ferri, Fabio" userId="fe14ffae-6440-4780-b62a-042d933be62f" providerId="ADAL" clId="{22083F38-45A1-4A53-A678-15FFE066792C}" dt="2026-08-04T19:59:01.905" v="2865" actId="20577"/>
          <ac:spMkLst>
            <pc:docMk/>
            <pc:sldMk cId="2113119868" sldId="285"/>
            <ac:spMk id="277" creationId="{6E72240F-DBDC-DA9B-6A28-54F5D7E8E09C}"/>
          </ac:spMkLst>
        </pc:spChg>
        <pc:spChg chg="mod">
          <ac:chgData name="Ferri, Fabio" userId="fe14ffae-6440-4780-b62a-042d933be62f" providerId="ADAL" clId="{22083F38-45A1-4A53-A678-15FFE066792C}" dt="2026-08-04T20:04:34.212" v="3000" actId="1076"/>
          <ac:spMkLst>
            <pc:docMk/>
            <pc:sldMk cId="2113119868" sldId="285"/>
            <ac:spMk id="307" creationId="{C5604381-D202-C83A-3243-194222C718FC}"/>
          </ac:spMkLst>
        </pc:spChg>
        <pc:graphicFrameChg chg="add mod">
          <ac:chgData name="Ferri, Fabio" userId="fe14ffae-6440-4780-b62a-042d933be62f" providerId="ADAL" clId="{22083F38-45A1-4A53-A678-15FFE066792C}" dt="2026-08-04T20:00:41.490" v="2926"/>
          <ac:graphicFrameMkLst>
            <pc:docMk/>
            <pc:sldMk cId="2113119868" sldId="285"/>
            <ac:graphicFrameMk id="2" creationId="{C51DB955-B555-F217-6CFD-60CF48B72EAA}"/>
          </ac:graphicFrameMkLst>
        </pc:graphicFrameChg>
        <pc:picChg chg="add del mod">
          <ac:chgData name="Ferri, Fabio" userId="fe14ffae-6440-4780-b62a-042d933be62f" providerId="ADAL" clId="{22083F38-45A1-4A53-A678-15FFE066792C}" dt="2026-08-05T12:35:08.388" v="4076" actId="478"/>
          <ac:picMkLst>
            <pc:docMk/>
            <pc:sldMk cId="2113119868" sldId="285"/>
            <ac:picMk id="3" creationId="{C71F24AA-C8B9-9E53-8698-3175237A2E93}"/>
          </ac:picMkLst>
        </pc:picChg>
        <pc:picChg chg="add mod">
          <ac:chgData name="Ferri, Fabio" userId="fe14ffae-6440-4780-b62a-042d933be62f" providerId="ADAL" clId="{22083F38-45A1-4A53-A678-15FFE066792C}" dt="2026-08-05T14:11:48.782" v="4784" actId="14100"/>
          <ac:picMkLst>
            <pc:docMk/>
            <pc:sldMk cId="2113119868" sldId="285"/>
            <ac:picMk id="5" creationId="{65ACEE9E-AE34-7F1A-3A96-708F4914E02E}"/>
          </ac:picMkLst>
        </pc:picChg>
      </pc:sldChg>
      <pc:sldChg chg="del">
        <pc:chgData name="Ferri, Fabio" userId="fe14ffae-6440-4780-b62a-042d933be62f" providerId="ADAL" clId="{22083F38-45A1-4A53-A678-15FFE066792C}" dt="2026-08-04T19:55:40.306" v="2836" actId="47"/>
        <pc:sldMkLst>
          <pc:docMk/>
          <pc:sldMk cId="3635524165" sldId="285"/>
        </pc:sldMkLst>
      </pc:sldChg>
      <pc:sldChg chg="addSp delSp modSp add mod">
        <pc:chgData name="Ferri, Fabio" userId="fe14ffae-6440-4780-b62a-042d933be62f" providerId="ADAL" clId="{22083F38-45A1-4A53-A678-15FFE066792C}" dt="2026-08-05T14:13:05.941" v="4790" actId="14100"/>
        <pc:sldMkLst>
          <pc:docMk/>
          <pc:sldMk cId="668749194" sldId="286"/>
        </pc:sldMkLst>
        <pc:spChg chg="add del mod">
          <ac:chgData name="Ferri, Fabio" userId="fe14ffae-6440-4780-b62a-042d933be62f" providerId="ADAL" clId="{22083F38-45A1-4A53-A678-15FFE066792C}" dt="2026-08-04T20:33:29.287" v="3482" actId="478"/>
          <ac:spMkLst>
            <pc:docMk/>
            <pc:sldMk cId="668749194" sldId="286"/>
            <ac:spMk id="4" creationId="{C0EF49AF-F02D-461A-74C9-6510D74EA527}"/>
          </ac:spMkLst>
        </pc:spChg>
        <pc:spChg chg="mod">
          <ac:chgData name="Ferri, Fabio" userId="fe14ffae-6440-4780-b62a-042d933be62f" providerId="ADAL" clId="{22083F38-45A1-4A53-A678-15FFE066792C}" dt="2026-08-05T13:44:54.070" v="4208" actId="14100"/>
          <ac:spMkLst>
            <pc:docMk/>
            <pc:sldMk cId="668749194" sldId="286"/>
            <ac:spMk id="7" creationId="{DFD2A592-9570-7956-B1D0-643FBA643027}"/>
          </ac:spMkLst>
        </pc:spChg>
        <pc:spChg chg="add del mod">
          <ac:chgData name="Ferri, Fabio" userId="fe14ffae-6440-4780-b62a-042d933be62f" providerId="ADAL" clId="{22083F38-45A1-4A53-A678-15FFE066792C}" dt="2026-08-04T21:18:06.158" v="3636" actId="478"/>
          <ac:spMkLst>
            <pc:docMk/>
            <pc:sldMk cId="668749194" sldId="286"/>
            <ac:spMk id="8" creationId="{838627B4-93F4-5877-38CA-B77107885056}"/>
          </ac:spMkLst>
        </pc:spChg>
        <pc:spChg chg="mod">
          <ac:chgData name="Ferri, Fabio" userId="fe14ffae-6440-4780-b62a-042d933be62f" providerId="ADAL" clId="{22083F38-45A1-4A53-A678-15FFE066792C}" dt="2026-08-04T20:06:01.550" v="3027" actId="20577"/>
          <ac:spMkLst>
            <pc:docMk/>
            <pc:sldMk cId="668749194" sldId="286"/>
            <ac:spMk id="277" creationId="{C3D6F3DF-530C-6006-80F1-B8FA8226782E}"/>
          </ac:spMkLst>
        </pc:spChg>
        <pc:spChg chg="mod">
          <ac:chgData name="Ferri, Fabio" userId="fe14ffae-6440-4780-b62a-042d933be62f" providerId="ADAL" clId="{22083F38-45A1-4A53-A678-15FFE066792C}" dt="2026-08-04T20:27:42.828" v="3430" actId="1076"/>
          <ac:spMkLst>
            <pc:docMk/>
            <pc:sldMk cId="668749194" sldId="286"/>
            <ac:spMk id="307" creationId="{979452E1-DB09-F02F-9716-2FDE751FE7D4}"/>
          </ac:spMkLst>
        </pc:spChg>
        <pc:graphicFrameChg chg="add mod">
          <ac:chgData name="Ferri, Fabio" userId="fe14ffae-6440-4780-b62a-042d933be62f" providerId="ADAL" clId="{22083F38-45A1-4A53-A678-15FFE066792C}" dt="2026-08-04T20:07:03.455" v="3058"/>
          <ac:graphicFrameMkLst>
            <pc:docMk/>
            <pc:sldMk cId="668749194" sldId="286"/>
            <ac:graphicFrameMk id="2" creationId="{1E042FE4-77DE-2BCC-2051-6C7E9F59102F}"/>
          </ac:graphicFrameMkLst>
        </pc:graphicFrameChg>
        <pc:picChg chg="add mod">
          <ac:chgData name="Ferri, Fabio" userId="fe14ffae-6440-4780-b62a-042d933be62f" providerId="ADAL" clId="{22083F38-45A1-4A53-A678-15FFE066792C}" dt="2026-08-05T14:13:05.941" v="4790" actId="14100"/>
          <ac:picMkLst>
            <pc:docMk/>
            <pc:sldMk cId="668749194" sldId="286"/>
            <ac:picMk id="5" creationId="{C8AB0646-2055-390E-4891-724F4121AA07}"/>
          </ac:picMkLst>
        </pc:picChg>
      </pc:sldChg>
      <pc:sldChg chg="del">
        <pc:chgData name="Ferri, Fabio" userId="fe14ffae-6440-4780-b62a-042d933be62f" providerId="ADAL" clId="{22083F38-45A1-4A53-A678-15FFE066792C}" dt="2026-08-04T19:55:40.306" v="2836" actId="47"/>
        <pc:sldMkLst>
          <pc:docMk/>
          <pc:sldMk cId="1653626480" sldId="286"/>
        </pc:sldMkLst>
      </pc:sldChg>
      <pc:sldChg chg="addSp delSp modSp add mod">
        <pc:chgData name="Ferri, Fabio" userId="fe14ffae-6440-4780-b62a-042d933be62f" providerId="ADAL" clId="{22083F38-45A1-4A53-A678-15FFE066792C}" dt="2026-08-05T14:31:53.740" v="5237" actId="207"/>
        <pc:sldMkLst>
          <pc:docMk/>
          <pc:sldMk cId="4078105627" sldId="287"/>
        </pc:sldMkLst>
        <pc:spChg chg="add mod">
          <ac:chgData name="Ferri, Fabio" userId="fe14ffae-6440-4780-b62a-042d933be62f" providerId="ADAL" clId="{22083F38-45A1-4A53-A678-15FFE066792C}" dt="2026-08-05T13:45:36.108" v="4211" actId="207"/>
          <ac:spMkLst>
            <pc:docMk/>
            <pc:sldMk cId="4078105627" sldId="287"/>
            <ac:spMk id="3" creationId="{9881E1AF-8FA4-BCAD-788B-4C2CA83D2ADE}"/>
          </ac:spMkLst>
        </pc:spChg>
        <pc:spChg chg="mod">
          <ac:chgData name="Ferri, Fabio" userId="fe14ffae-6440-4780-b62a-042d933be62f" providerId="ADAL" clId="{22083F38-45A1-4A53-A678-15FFE066792C}" dt="2026-08-04T21:22:59.513" v="3738" actId="1076"/>
          <ac:spMkLst>
            <pc:docMk/>
            <pc:sldMk cId="4078105627" sldId="287"/>
            <ac:spMk id="4" creationId="{7D886AB6-C35D-09B9-27B3-E83A87175AEF}"/>
          </ac:spMkLst>
        </pc:spChg>
        <pc:spChg chg="add mod">
          <ac:chgData name="Ferri, Fabio" userId="fe14ffae-6440-4780-b62a-042d933be62f" providerId="ADAL" clId="{22083F38-45A1-4A53-A678-15FFE066792C}" dt="2026-08-05T14:31:42.382" v="5235" actId="14100"/>
          <ac:spMkLst>
            <pc:docMk/>
            <pc:sldMk cId="4078105627" sldId="287"/>
            <ac:spMk id="5" creationId="{C9A10F38-0752-65E3-9B42-342276E0B92B}"/>
          </ac:spMkLst>
        </pc:spChg>
        <pc:spChg chg="add mod">
          <ac:chgData name="Ferri, Fabio" userId="fe14ffae-6440-4780-b62a-042d933be62f" providerId="ADAL" clId="{22083F38-45A1-4A53-A678-15FFE066792C}" dt="2026-08-05T14:31:53.740" v="5237" actId="207"/>
          <ac:spMkLst>
            <pc:docMk/>
            <pc:sldMk cId="4078105627" sldId="287"/>
            <ac:spMk id="6" creationId="{B06B38B5-A028-5732-2A60-F84741CFE73A}"/>
          </ac:spMkLst>
        </pc:spChg>
        <pc:spChg chg="del">
          <ac:chgData name="Ferri, Fabio" userId="fe14ffae-6440-4780-b62a-042d933be62f" providerId="ADAL" clId="{22083F38-45A1-4A53-A678-15FFE066792C}" dt="2026-08-04T20:32:34.855" v="3451" actId="478"/>
          <ac:spMkLst>
            <pc:docMk/>
            <pc:sldMk cId="4078105627" sldId="287"/>
            <ac:spMk id="7" creationId="{D1D5A424-DADE-D063-55D4-72651593E809}"/>
          </ac:spMkLst>
        </pc:spChg>
        <pc:picChg chg="add mod">
          <ac:chgData name="Ferri, Fabio" userId="fe14ffae-6440-4780-b62a-042d933be62f" providerId="ADAL" clId="{22083F38-45A1-4A53-A678-15FFE066792C}" dt="2026-08-05T14:31:17.387" v="5233" actId="14100"/>
          <ac:picMkLst>
            <pc:docMk/>
            <pc:sldMk cId="4078105627" sldId="287"/>
            <ac:picMk id="8" creationId="{301B1566-1953-2D0E-E085-D47374286FF8}"/>
          </ac:picMkLst>
        </pc:picChg>
        <pc:picChg chg="mod">
          <ac:chgData name="Ferri, Fabio" userId="fe14ffae-6440-4780-b62a-042d933be62f" providerId="ADAL" clId="{22083F38-45A1-4A53-A678-15FFE066792C}" dt="2026-08-04T21:19:17.414" v="3706" actId="1076"/>
          <ac:picMkLst>
            <pc:docMk/>
            <pc:sldMk cId="4078105627" sldId="287"/>
            <ac:picMk id="276" creationId="{273EE70D-B83C-EF48-6DE0-F878CD781EEA}"/>
          </ac:picMkLst>
        </pc:picChg>
      </pc:sldChg>
      <pc:sldChg chg="addSp delSp modSp add mod">
        <pc:chgData name="Ferri, Fabio" userId="fe14ffae-6440-4780-b62a-042d933be62f" providerId="ADAL" clId="{22083F38-45A1-4A53-A678-15FFE066792C}" dt="2026-08-05T14:32:49.060" v="5241" actId="14100"/>
        <pc:sldMkLst>
          <pc:docMk/>
          <pc:sldMk cId="678851413" sldId="288"/>
        </pc:sldMkLst>
        <pc:spChg chg="del">
          <ac:chgData name="Ferri, Fabio" userId="fe14ffae-6440-4780-b62a-042d933be62f" providerId="ADAL" clId="{22083F38-45A1-4A53-A678-15FFE066792C}" dt="2026-08-04T21:20:48.028" v="3721" actId="478"/>
          <ac:spMkLst>
            <pc:docMk/>
            <pc:sldMk cId="678851413" sldId="288"/>
            <ac:spMk id="3" creationId="{DEA33370-69E5-E1CB-3033-A779E654425C}"/>
          </ac:spMkLst>
        </pc:spChg>
        <pc:spChg chg="mod">
          <ac:chgData name="Ferri, Fabio" userId="fe14ffae-6440-4780-b62a-042d933be62f" providerId="ADAL" clId="{22083F38-45A1-4A53-A678-15FFE066792C}" dt="2026-08-04T21:23:19.845" v="3742" actId="14100"/>
          <ac:spMkLst>
            <pc:docMk/>
            <pc:sldMk cId="678851413" sldId="288"/>
            <ac:spMk id="4" creationId="{67573CF1-E0B8-0763-4F39-01912605DF04}"/>
          </ac:spMkLst>
        </pc:spChg>
        <pc:spChg chg="del">
          <ac:chgData name="Ferri, Fabio" userId="fe14ffae-6440-4780-b62a-042d933be62f" providerId="ADAL" clId="{22083F38-45A1-4A53-A678-15FFE066792C}" dt="2026-08-04T21:20:51.695" v="3722" actId="478"/>
          <ac:spMkLst>
            <pc:docMk/>
            <pc:sldMk cId="678851413" sldId="288"/>
            <ac:spMk id="6" creationId="{FD3083E5-14F2-A76E-5CDA-E8C76445A547}"/>
          </ac:spMkLst>
        </pc:spChg>
        <pc:spChg chg="add mod">
          <ac:chgData name="Ferri, Fabio" userId="fe14ffae-6440-4780-b62a-042d933be62f" providerId="ADAL" clId="{22083F38-45A1-4A53-A678-15FFE066792C}" dt="2026-08-05T13:35:27.185" v="4080" actId="207"/>
          <ac:spMkLst>
            <pc:docMk/>
            <pc:sldMk cId="678851413" sldId="288"/>
            <ac:spMk id="7" creationId="{0F7D21ED-A52D-B6B7-972F-B3F06E0ADBC9}"/>
          </ac:spMkLst>
        </pc:spChg>
        <pc:picChg chg="add mod">
          <ac:chgData name="Ferri, Fabio" userId="fe14ffae-6440-4780-b62a-042d933be62f" providerId="ADAL" clId="{22083F38-45A1-4A53-A678-15FFE066792C}" dt="2026-08-05T14:32:49.060" v="5241" actId="14100"/>
          <ac:picMkLst>
            <pc:docMk/>
            <pc:sldMk cId="678851413" sldId="288"/>
            <ac:picMk id="2" creationId="{490CD1BF-E71C-946B-0904-07AD5E820E13}"/>
          </ac:picMkLst>
        </pc:picChg>
        <pc:picChg chg="del">
          <ac:chgData name="Ferri, Fabio" userId="fe14ffae-6440-4780-b62a-042d933be62f" providerId="ADAL" clId="{22083F38-45A1-4A53-A678-15FFE066792C}" dt="2026-08-04T21:20:43.965" v="3720" actId="478"/>
          <ac:picMkLst>
            <pc:docMk/>
            <pc:sldMk cId="678851413" sldId="288"/>
            <ac:picMk id="8" creationId="{EEA74E09-F344-35A7-EDF5-AC289F466FE2}"/>
          </ac:picMkLst>
        </pc:picChg>
      </pc:sldChg>
      <pc:sldChg chg="addSp delSp modSp add mod">
        <pc:chgData name="Ferri, Fabio" userId="fe14ffae-6440-4780-b62a-042d933be62f" providerId="ADAL" clId="{22083F38-45A1-4A53-A678-15FFE066792C}" dt="2026-08-05T13:45:53.945" v="4213" actId="14100"/>
        <pc:sldMkLst>
          <pc:docMk/>
          <pc:sldMk cId="1324361544" sldId="289"/>
        </pc:sldMkLst>
        <pc:spChg chg="add mod">
          <ac:chgData name="Ferri, Fabio" userId="fe14ffae-6440-4780-b62a-042d933be62f" providerId="ADAL" clId="{22083F38-45A1-4A53-A678-15FFE066792C}" dt="2026-08-05T13:35:50.355" v="4084" actId="207"/>
          <ac:spMkLst>
            <pc:docMk/>
            <pc:sldMk cId="1324361544" sldId="289"/>
            <ac:spMk id="6" creationId="{3F20F35F-6688-B42C-7FCB-57133673E470}"/>
          </ac:spMkLst>
        </pc:spChg>
        <pc:spChg chg="del">
          <ac:chgData name="Ferri, Fabio" userId="fe14ffae-6440-4780-b62a-042d933be62f" providerId="ADAL" clId="{22083F38-45A1-4A53-A678-15FFE066792C}" dt="2026-08-04T21:23:56.558" v="3748" actId="478"/>
          <ac:spMkLst>
            <pc:docMk/>
            <pc:sldMk cId="1324361544" sldId="289"/>
            <ac:spMk id="7" creationId="{C34475D7-233E-D479-4EDC-2EFBC536B8E2}"/>
          </ac:spMkLst>
        </pc:spChg>
        <pc:picChg chg="del">
          <ac:chgData name="Ferri, Fabio" userId="fe14ffae-6440-4780-b62a-042d933be62f" providerId="ADAL" clId="{22083F38-45A1-4A53-A678-15FFE066792C}" dt="2026-08-04T21:23:57.467" v="3749" actId="478"/>
          <ac:picMkLst>
            <pc:docMk/>
            <pc:sldMk cId="1324361544" sldId="289"/>
            <ac:picMk id="2" creationId="{4E0C9242-9EBE-7B74-9798-035A6E066FAD}"/>
          </ac:picMkLst>
        </pc:picChg>
        <pc:picChg chg="add mod">
          <ac:chgData name="Ferri, Fabio" userId="fe14ffae-6440-4780-b62a-042d933be62f" providerId="ADAL" clId="{22083F38-45A1-4A53-A678-15FFE066792C}" dt="2026-08-05T13:45:53.945" v="4213" actId="14100"/>
          <ac:picMkLst>
            <pc:docMk/>
            <pc:sldMk cId="1324361544" sldId="289"/>
            <ac:picMk id="3" creationId="{87EC3A44-86A9-07EF-49C6-2EE29A136366}"/>
          </ac:picMkLst>
        </pc:picChg>
      </pc:sldChg>
      <pc:sldChg chg="addSp delSp modSp add mod">
        <pc:chgData name="Ferri, Fabio" userId="fe14ffae-6440-4780-b62a-042d933be62f" providerId="ADAL" clId="{22083F38-45A1-4A53-A678-15FFE066792C}" dt="2026-08-05T13:55:35.248" v="4684" actId="20577"/>
        <pc:sldMkLst>
          <pc:docMk/>
          <pc:sldMk cId="2017975422" sldId="290"/>
        </pc:sldMkLst>
        <pc:spChg chg="mod">
          <ac:chgData name="Ferri, Fabio" userId="fe14ffae-6440-4780-b62a-042d933be62f" providerId="ADAL" clId="{22083F38-45A1-4A53-A678-15FFE066792C}" dt="2026-08-05T13:55:35.248" v="4684" actId="20577"/>
          <ac:spMkLst>
            <pc:docMk/>
            <pc:sldMk cId="2017975422" sldId="290"/>
            <ac:spMk id="7" creationId="{4B51CC1B-BB02-69A9-D9ED-AD342E1903BB}"/>
          </ac:spMkLst>
        </pc:spChg>
        <pc:spChg chg="mod">
          <ac:chgData name="Ferri, Fabio" userId="fe14ffae-6440-4780-b62a-042d933be62f" providerId="ADAL" clId="{22083F38-45A1-4A53-A678-15FFE066792C}" dt="2026-08-04T21:26:55.668" v="3794" actId="20577"/>
          <ac:spMkLst>
            <pc:docMk/>
            <pc:sldMk cId="2017975422" sldId="290"/>
            <ac:spMk id="277" creationId="{5C01DBEE-DB52-9B37-4CC4-57D524682B0D}"/>
          </ac:spMkLst>
        </pc:spChg>
        <pc:picChg chg="add mod">
          <ac:chgData name="Ferri, Fabio" userId="fe14ffae-6440-4780-b62a-042d933be62f" providerId="ADAL" clId="{22083F38-45A1-4A53-A678-15FFE066792C}" dt="2026-08-04T21:30:40.293" v="3812" actId="14100"/>
          <ac:picMkLst>
            <pc:docMk/>
            <pc:sldMk cId="2017975422" sldId="290"/>
            <ac:picMk id="2" creationId="{A2C2AC67-414E-3396-47DF-EFE87F972275}"/>
          </ac:picMkLst>
        </pc:picChg>
        <pc:picChg chg="del">
          <ac:chgData name="Ferri, Fabio" userId="fe14ffae-6440-4780-b62a-042d933be62f" providerId="ADAL" clId="{22083F38-45A1-4A53-A678-15FFE066792C}" dt="2026-08-04T21:29:37.055" v="3805" actId="478"/>
          <ac:picMkLst>
            <pc:docMk/>
            <pc:sldMk cId="2017975422" sldId="290"/>
            <ac:picMk id="5" creationId="{FA45ECF0-1E63-9AFF-68F1-CD4E19004200}"/>
          </ac:picMkLst>
        </pc:picChg>
      </pc:sldChg>
      <pc:sldChg chg="addSp delSp modSp add mod">
        <pc:chgData name="Ferri, Fabio" userId="fe14ffae-6440-4780-b62a-042d933be62f" providerId="ADAL" clId="{22083F38-45A1-4A53-A678-15FFE066792C}" dt="2026-08-05T14:30:17.515" v="5226" actId="207"/>
        <pc:sldMkLst>
          <pc:docMk/>
          <pc:sldMk cId="4212360643" sldId="291"/>
        </pc:sldMkLst>
        <pc:spChg chg="add mod">
          <ac:chgData name="Ferri, Fabio" userId="fe14ffae-6440-4780-b62a-042d933be62f" providerId="ADAL" clId="{22083F38-45A1-4A53-A678-15FFE066792C}" dt="2026-08-05T14:29:47.282" v="5222" actId="14100"/>
          <ac:spMkLst>
            <pc:docMk/>
            <pc:sldMk cId="4212360643" sldId="291"/>
            <ac:spMk id="4" creationId="{18F54BFD-9270-2143-C98A-FBF6463E9931}"/>
          </ac:spMkLst>
        </pc:spChg>
        <pc:spChg chg="del">
          <ac:chgData name="Ferri, Fabio" userId="fe14ffae-6440-4780-b62a-042d933be62f" providerId="ADAL" clId="{22083F38-45A1-4A53-A678-15FFE066792C}" dt="2026-08-05T14:17:37.786" v="4792" actId="478"/>
          <ac:spMkLst>
            <pc:docMk/>
            <pc:sldMk cId="4212360643" sldId="291"/>
            <ac:spMk id="7" creationId="{19E54156-1568-4DEF-0DAA-F52E4C4F6D12}"/>
          </ac:spMkLst>
        </pc:spChg>
        <pc:spChg chg="add mod">
          <ac:chgData name="Ferri, Fabio" userId="fe14ffae-6440-4780-b62a-042d933be62f" providerId="ADAL" clId="{22083F38-45A1-4A53-A678-15FFE066792C}" dt="2026-08-05T14:30:17.515" v="5226" actId="207"/>
          <ac:spMkLst>
            <pc:docMk/>
            <pc:sldMk cId="4212360643" sldId="291"/>
            <ac:spMk id="15" creationId="{939D8535-D2B7-1892-01AF-C0E5E6C7EE95}"/>
          </ac:spMkLst>
        </pc:spChg>
        <pc:picChg chg="del mod">
          <ac:chgData name="Ferri, Fabio" userId="fe14ffae-6440-4780-b62a-042d933be62f" providerId="ADAL" clId="{22083F38-45A1-4A53-A678-15FFE066792C}" dt="2026-08-05T14:27:23.891" v="5185" actId="478"/>
          <ac:picMkLst>
            <pc:docMk/>
            <pc:sldMk cId="4212360643" sldId="291"/>
            <ac:picMk id="2" creationId="{478B57B3-5F3B-3EDC-542A-3870F9A5D940}"/>
          </ac:picMkLst>
        </pc:picChg>
        <pc:picChg chg="add del">
          <ac:chgData name="Ferri, Fabio" userId="fe14ffae-6440-4780-b62a-042d933be62f" providerId="ADAL" clId="{22083F38-45A1-4A53-A678-15FFE066792C}" dt="2026-08-05T14:21:52.821" v="5175" actId="21"/>
          <ac:picMkLst>
            <pc:docMk/>
            <pc:sldMk cId="4212360643" sldId="291"/>
            <ac:picMk id="6" creationId="{91258CCC-507C-AD80-5870-2615C3F6EEBB}"/>
          </ac:picMkLst>
        </pc:picChg>
        <pc:picChg chg="add del">
          <ac:chgData name="Ferri, Fabio" userId="fe14ffae-6440-4780-b62a-042d933be62f" providerId="ADAL" clId="{22083F38-45A1-4A53-A678-15FFE066792C}" dt="2026-08-05T14:21:58.109" v="5177" actId="478"/>
          <ac:picMkLst>
            <pc:docMk/>
            <pc:sldMk cId="4212360643" sldId="291"/>
            <ac:picMk id="9" creationId="{6DBA5B55-317C-E68C-3704-82D4CC3D67C5}"/>
          </ac:picMkLst>
        </pc:picChg>
        <pc:picChg chg="add mod">
          <ac:chgData name="Ferri, Fabio" userId="fe14ffae-6440-4780-b62a-042d933be62f" providerId="ADAL" clId="{22083F38-45A1-4A53-A678-15FFE066792C}" dt="2026-08-05T14:22:13.186" v="5180" actId="1076"/>
          <ac:picMkLst>
            <pc:docMk/>
            <pc:sldMk cId="4212360643" sldId="291"/>
            <ac:picMk id="11" creationId="{6B945822-553E-03B1-2D0C-3A5A5568DC8A}"/>
          </ac:picMkLst>
        </pc:picChg>
        <pc:picChg chg="add mod">
          <ac:chgData name="Ferri, Fabio" userId="fe14ffae-6440-4780-b62a-042d933be62f" providerId="ADAL" clId="{22083F38-45A1-4A53-A678-15FFE066792C}" dt="2026-08-05T14:27:43.102" v="5193" actId="1076"/>
          <ac:picMkLst>
            <pc:docMk/>
            <pc:sldMk cId="4212360643" sldId="291"/>
            <ac:picMk id="12" creationId="{FCAA9CE8-BB85-A4C5-F3DE-8804D1D498F5}"/>
          </ac:picMkLst>
        </pc:picChg>
        <pc:picChg chg="add mod">
          <ac:chgData name="Ferri, Fabio" userId="fe14ffae-6440-4780-b62a-042d933be62f" providerId="ADAL" clId="{22083F38-45A1-4A53-A678-15FFE066792C}" dt="2026-08-05T14:28:54.814" v="5216" actId="1076"/>
          <ac:picMkLst>
            <pc:docMk/>
            <pc:sldMk cId="4212360643" sldId="291"/>
            <ac:picMk id="13" creationId="{B1234F64-6F8B-0509-A227-F5222D98E13E}"/>
          </ac:picMkLst>
        </pc:picChg>
        <pc:picChg chg="add mod">
          <ac:chgData name="Ferri, Fabio" userId="fe14ffae-6440-4780-b62a-042d933be62f" providerId="ADAL" clId="{22083F38-45A1-4A53-A678-15FFE066792C}" dt="2026-08-05T14:28:38.274" v="5211" actId="1076"/>
          <ac:picMkLst>
            <pc:docMk/>
            <pc:sldMk cId="4212360643" sldId="291"/>
            <ac:picMk id="14" creationId="{09FAE33E-C3A6-64BB-9947-DA6A789E1779}"/>
          </ac:picMkLst>
        </pc:picChg>
      </pc:sldChg>
      <pc:sldChg chg="add del">
        <pc:chgData name="Ferri, Fabio" userId="fe14ffae-6440-4780-b62a-042d933be62f" providerId="ADAL" clId="{22083F38-45A1-4A53-A678-15FFE066792C}" dt="2026-08-05T14:17:40.337" v="4794"/>
        <pc:sldMkLst>
          <pc:docMk/>
          <pc:sldMk cId="3840388192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612DAE4-8A62-8506-E4FF-A6A40F48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14e7fdcf9_0_0:notes">
            <a:extLst>
              <a:ext uri="{FF2B5EF4-FFF2-40B4-BE49-F238E27FC236}">
                <a16:creationId xmlns:a16="http://schemas.microsoft.com/office/drawing/2014/main" id="{BE94B9E3-EE1E-8057-46B2-6A5A0E6A0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105" name="Google Shape;105;g3414e7fdcf9_0_0:notes">
            <a:extLst>
              <a:ext uri="{FF2B5EF4-FFF2-40B4-BE49-F238E27FC236}">
                <a16:creationId xmlns:a16="http://schemas.microsoft.com/office/drawing/2014/main" id="{F3926A0B-FC8B-A170-8DAB-962BDBE45B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032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D3249002-BA9B-547E-79CE-40F83C13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05EC7076-1102-9C8A-3637-52DF4FA9F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8415F0D0-032E-54A7-E4C9-E5B2C6CCA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6708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7896B47A-446E-230B-E431-E4EBD969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0A50F2D2-C955-1C91-C574-2CD393048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060EDC34-BE1B-75C2-1CC5-A5036A70C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7346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E884A69B-9731-164B-33CC-C07A1259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FA50C9E4-BC8B-9233-1940-D600D099F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5B0A4D70-BC0F-7407-B8E7-5462247BB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6944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CF28530-DE32-B704-878A-1B3129CC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518DF084-4CE7-C8D9-405B-6DF46B960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FEAB8492-9C1B-C187-07E4-AF9D60F52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7742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EA7E392-BD47-B978-05C8-353C85A5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A2570797-CA68-D7BB-16E6-4DB562BA8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253B195F-8087-7E6E-A865-5B7EBFC15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151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D1B085E-2134-1B11-8D4C-95F47638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949C0F14-CAD0-1642-CABE-E72AECB0B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7B6D1A43-D8F7-478E-A9A5-622289AA5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3760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690BE99F-B441-5838-BF55-408CE74F2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17BC0C2D-7A90-D88B-5E77-2EFADDDC4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07F14AFD-4D78-A628-4CB2-7170C6835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1511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74FC88E-D90C-D5A3-2B12-33C597EF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>
            <a:extLst>
              <a:ext uri="{FF2B5EF4-FFF2-40B4-BE49-F238E27FC236}">
                <a16:creationId xmlns:a16="http://schemas.microsoft.com/office/drawing/2014/main" id="{2377C0C0-5B2C-07D3-BF44-4677530C7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7:notes">
            <a:extLst>
              <a:ext uri="{FF2B5EF4-FFF2-40B4-BE49-F238E27FC236}">
                <a16:creationId xmlns:a16="http://schemas.microsoft.com/office/drawing/2014/main" id="{D8820F14-7AB4-9779-661C-4BA903AC8E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Orlando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0268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fograficos">
  <p:cSld name="1_Infograficos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557215" y="0"/>
            <a:ext cx="5715000" cy="1028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95254" sx="102000" sy="102000" algn="ctr" rotWithShape="0">
              <a:srgbClr val="000000">
                <a:alpha val="20000"/>
              </a:srgbClr>
            </a:outerShdw>
          </a:effectLst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6129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7;p26" title="Asset 44.png">
            <a:extLst>
              <a:ext uri="{FF2B5EF4-FFF2-40B4-BE49-F238E27FC236}">
                <a16:creationId xmlns:a16="http://schemas.microsoft.com/office/drawing/2014/main" id="{E4118C04-1E7A-901B-EEA3-E486979D143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5924" y="591398"/>
            <a:ext cx="81915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8;p26" title="Asset 45.png">
            <a:extLst>
              <a:ext uri="{FF2B5EF4-FFF2-40B4-BE49-F238E27FC236}">
                <a16:creationId xmlns:a16="http://schemas.microsoft.com/office/drawing/2014/main" id="{7A47FF54-C179-684B-4AF9-B15157F04748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01163"/>
            <a:ext cx="182880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1;p26" title="Asset 46.png">
            <a:extLst>
              <a:ext uri="{FF2B5EF4-FFF2-40B4-BE49-F238E27FC236}">
                <a16:creationId xmlns:a16="http://schemas.microsoft.com/office/drawing/2014/main" id="{87B751A7-F3E7-F4AD-BBC2-9FE9C08468CC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925" y="9667863"/>
            <a:ext cx="20193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2;p26" title="Asset 47.png">
            <a:extLst>
              <a:ext uri="{FF2B5EF4-FFF2-40B4-BE49-F238E27FC236}">
                <a16:creationId xmlns:a16="http://schemas.microsoft.com/office/drawing/2014/main" id="{53643F2E-95D3-95DA-9FC3-A2C1CE8B8950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3963" y="9648813"/>
            <a:ext cx="2000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3;p26" title="Asset 48.png">
            <a:extLst>
              <a:ext uri="{FF2B5EF4-FFF2-40B4-BE49-F238E27FC236}">
                <a16:creationId xmlns:a16="http://schemas.microsoft.com/office/drawing/2014/main" id="{DAE3AF8C-C1C7-4FA2-D2CE-B239B10A8361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5738" y="9734538"/>
            <a:ext cx="44481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4;p26" title="Asset 49.png">
            <a:extLst>
              <a:ext uri="{FF2B5EF4-FFF2-40B4-BE49-F238E27FC236}">
                <a16:creationId xmlns:a16="http://schemas.microsoft.com/office/drawing/2014/main" id="{37ADB125-13B9-FEF4-B96B-A801D3CB0797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51163" y="9734538"/>
            <a:ext cx="14001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01757AD-5D48-B19C-F014-7C5EF85A08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8400" y="774000"/>
            <a:ext cx="12279600" cy="14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lang="pt-BR" sz="6000" b="1" dirty="0">
                <a:solidFill>
                  <a:srgbClr val="78BE20"/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Editar Texto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8FAC1E8A-B59B-F41E-DE74-130C974568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1200" y="2350800"/>
            <a:ext cx="122796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lang="pt-BR" sz="2800" b="1" dirty="0" smtClean="0">
                <a:solidFill>
                  <a:srgbClr val="CEDC00"/>
                </a:solidFill>
              </a:defRPr>
            </a:lvl1pPr>
            <a:lvl2pPr>
              <a:defRPr lang="pt-BR" dirty="0" smtClean="0"/>
            </a:lvl2pPr>
            <a:lvl3pPr>
              <a:defRPr lang="pt-BR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lvl="0" indent="0">
              <a:buNone/>
            </a:pPr>
            <a:r>
              <a:rPr lang="pt-BR"/>
              <a:t>Editar Texto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846419A6-D062-001B-C1B1-2DED61431A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1200" y="3222000"/>
            <a:ext cx="15912000" cy="56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lang="pt-BR" sz="2200" smtClean="0">
                <a:solidFill>
                  <a:schemeClr val="dk1"/>
                </a:solidFill>
              </a:defRPr>
            </a:lvl1pPr>
            <a:lvl2pPr>
              <a:defRPr lang="pt-BR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lvl="0" indent="0">
              <a:buNone/>
            </a:pPr>
            <a:r>
              <a:rPr lang="pt-BR"/>
              <a:t>Editar Texto</a:t>
            </a:r>
          </a:p>
        </p:txBody>
      </p:sp>
    </p:spTree>
    <p:extLst>
      <p:ext uri="{BB962C8B-B14F-4D97-AF65-F5344CB8AC3E}">
        <p14:creationId xmlns:p14="http://schemas.microsoft.com/office/powerpoint/2010/main" val="3613451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83F4C35E-AB7A-A7D9-6FD3-5FB20A20F09E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3C3F489-4593-811D-D8C3-C89C323174B1}"/>
                </a:ext>
              </a:extLst>
            </p:cNvPr>
            <p:cNvSpPr/>
            <p:nvPr userDrawn="1"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E80146B-3C0E-F5F9-69BC-3F2C9AED928E}"/>
                </a:ext>
              </a:extLst>
            </p:cNvPr>
            <p:cNvSpPr/>
            <p:nvPr userDrawn="1"/>
          </p:nvSpPr>
          <p:spPr>
            <a:xfrm>
              <a:off x="2680135" y="2879094"/>
              <a:ext cx="5242414" cy="3702455"/>
            </a:xfrm>
            <a:custGeom>
              <a:avLst/>
              <a:gdLst/>
              <a:ahLst/>
              <a:cxnLst/>
              <a:rect l="l" t="t" r="r" b="b"/>
              <a:pathLst>
                <a:path w="5242414" h="3702455">
                  <a:moveTo>
                    <a:pt x="0" y="0"/>
                  </a:moveTo>
                  <a:lnTo>
                    <a:pt x="5242415" y="0"/>
                  </a:lnTo>
                  <a:lnTo>
                    <a:pt x="5242415" y="3702455"/>
                  </a:lnTo>
                  <a:lnTo>
                    <a:pt x="0" y="3702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635CE21-9155-BB45-3DCF-488A27687BE9}"/>
                </a:ext>
              </a:extLst>
            </p:cNvPr>
            <p:cNvSpPr/>
            <p:nvPr userDrawn="1"/>
          </p:nvSpPr>
          <p:spPr>
            <a:xfrm>
              <a:off x="15108678" y="0"/>
              <a:ext cx="1507722" cy="1206177"/>
            </a:xfrm>
            <a:custGeom>
              <a:avLst/>
              <a:gdLst/>
              <a:ahLst/>
              <a:cxnLst/>
              <a:rect l="l" t="t" r="r" b="b"/>
              <a:pathLst>
                <a:path w="1507722" h="1206177">
                  <a:moveTo>
                    <a:pt x="0" y="0"/>
                  </a:moveTo>
                  <a:lnTo>
                    <a:pt x="1507722" y="0"/>
                  </a:lnTo>
                  <a:lnTo>
                    <a:pt x="1507722" y="1206177"/>
                  </a:lnTo>
                  <a:lnTo>
                    <a:pt x="0" y="1206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F99BDD0-B777-D317-DD17-2A5686198A10}"/>
                </a:ext>
              </a:extLst>
            </p:cNvPr>
            <p:cNvSpPr/>
            <p:nvPr userDrawn="1"/>
          </p:nvSpPr>
          <p:spPr>
            <a:xfrm>
              <a:off x="9699595" y="3406492"/>
              <a:ext cx="8588405" cy="3854047"/>
            </a:xfrm>
            <a:custGeom>
              <a:avLst/>
              <a:gdLst/>
              <a:ahLst/>
              <a:cxnLst/>
              <a:rect l="l" t="t" r="r" b="b"/>
              <a:pathLst>
                <a:path w="8588405" h="3854047">
                  <a:moveTo>
                    <a:pt x="0" y="0"/>
                  </a:moveTo>
                  <a:lnTo>
                    <a:pt x="8588405" y="0"/>
                  </a:lnTo>
                  <a:lnTo>
                    <a:pt x="8588405" y="3854046"/>
                  </a:lnTo>
                  <a:lnTo>
                    <a:pt x="0" y="3854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EC4EEEC-C6F2-6C93-2A5D-A5923302B4DC}"/>
                </a:ext>
              </a:extLst>
            </p:cNvPr>
            <p:cNvSpPr/>
            <p:nvPr userDrawn="1"/>
          </p:nvSpPr>
          <p:spPr>
            <a:xfrm>
              <a:off x="794633" y="8471205"/>
              <a:ext cx="2525818" cy="1574189"/>
            </a:xfrm>
            <a:custGeom>
              <a:avLst/>
              <a:gdLst/>
              <a:ahLst/>
              <a:cxnLst/>
              <a:rect l="l" t="t" r="r" b="b"/>
              <a:pathLst>
                <a:path w="2525818" h="1574189">
                  <a:moveTo>
                    <a:pt x="0" y="0"/>
                  </a:moveTo>
                  <a:lnTo>
                    <a:pt x="2525817" y="0"/>
                  </a:lnTo>
                  <a:lnTo>
                    <a:pt x="2525817" y="1574190"/>
                  </a:lnTo>
                  <a:lnTo>
                    <a:pt x="0" y="1574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8B746A7-0B47-7AF2-AD0A-36098825C9F6}"/>
                </a:ext>
              </a:extLst>
            </p:cNvPr>
            <p:cNvSpPr txBox="1"/>
            <p:nvPr userDrawn="1"/>
          </p:nvSpPr>
          <p:spPr>
            <a:xfrm>
              <a:off x="14236010" y="4682697"/>
              <a:ext cx="3253058" cy="860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Pesquisa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Workshop A</a:t>
              </a:r>
            </a:p>
          </p:txBody>
        </p:sp>
        <p:pic>
          <p:nvPicPr>
            <p:cNvPr id="9" name="Imagem 8" descr="Código QR&#10;&#10;O conteúdo gerado por IA pode estar incorreto.">
              <a:extLst>
                <a:ext uri="{FF2B5EF4-FFF2-40B4-BE49-F238E27FC236}">
                  <a16:creationId xmlns:a16="http://schemas.microsoft.com/office/drawing/2014/main" id="{63B5B894-830E-7888-C2AA-13B4B824FE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66" t="9504" r="10432" b="10194"/>
            <a:stretch>
              <a:fillRect/>
            </a:stretch>
          </p:blipFill>
          <p:spPr>
            <a:xfrm>
              <a:off x="10820400" y="4036333"/>
              <a:ext cx="2616678" cy="26166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25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1" r:id="rId10"/>
    <p:sldLayoutId id="2147483663" r:id="rId11"/>
    <p:sldLayoutId id="2147483664" r:id="rId12"/>
    <p:sldLayoutId id="214748366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sset 26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6050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Asset 26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083" y="8426871"/>
            <a:ext cx="32194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Asset 268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06838" y="0"/>
            <a:ext cx="19526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Asset 26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193" y="1329943"/>
            <a:ext cx="6467475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554083" y="6271785"/>
            <a:ext cx="8177207" cy="157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-4572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pt-BR" sz="4800" b="1" dirty="0">
                <a:solidFill>
                  <a:srgbClr val="78BE20"/>
                </a:solidFill>
                <a:latin typeface="Leroy Merlin Sans"/>
                <a:ea typeface="Leroy Merlin Sans"/>
                <a:cs typeface="Leroy Merlin Sans"/>
                <a:sym typeface="Leroy Merlin Sans"/>
              </a:rPr>
              <a:t>AI-GenCapgemini4SAP</a:t>
            </a:r>
          </a:p>
          <a:p>
            <a:pPr marL="0" marR="0" lvl="0" indent="-4572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pt-BR" sz="4800" b="1" dirty="0">
                <a:solidFill>
                  <a:srgbClr val="78BE20"/>
                </a:solidFill>
                <a:latin typeface="Leroy Merlin Sans"/>
                <a:ea typeface="Leroy Merlin Sans"/>
                <a:cs typeface="Leroy Merlin Sans"/>
                <a:sym typeface="Leroy Merlin Sans"/>
              </a:rPr>
              <a:t>Fábio Ferri </a:t>
            </a:r>
          </a:p>
          <a:p>
            <a:pPr marL="0" marR="0" lvl="0" indent="-4572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pt-BR" sz="4800" b="1" dirty="0" err="1">
                <a:solidFill>
                  <a:srgbClr val="78BE20"/>
                </a:solidFill>
                <a:latin typeface="Leroy Merlin Sans"/>
                <a:ea typeface="Leroy Merlin Sans"/>
                <a:cs typeface="Leroy Merlin Sans"/>
                <a:sym typeface="Leroy Merlin Sans"/>
              </a:rPr>
              <a:t>Ago</a:t>
            </a:r>
            <a:r>
              <a:rPr lang="pt-BR" sz="4800" b="1" dirty="0">
                <a:solidFill>
                  <a:srgbClr val="78BE20"/>
                </a:solidFill>
                <a:latin typeface="Leroy Merlin Sans"/>
                <a:ea typeface="Leroy Merlin Sans"/>
                <a:cs typeface="Leroy Merlin Sans"/>
                <a:sym typeface="Leroy Merlin Sans"/>
              </a:rPr>
              <a:t>/2026 </a:t>
            </a:r>
            <a:endParaRPr sz="48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6320849" y="9726400"/>
            <a:ext cx="181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Leroy Merlin Sans"/>
                <a:ea typeface="Leroy Merlin Sans"/>
                <a:cs typeface="Leroy Merlin Sans"/>
                <a:sym typeface="Leroy Merlin Sans"/>
              </a:rPr>
              <a:t>22/03/2026</a:t>
            </a:r>
            <a:endParaRPr dirty="0"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A2CA395-1040-E26E-C310-6E1B15E3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84D73B9-F444-0B39-178F-86CD372C9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1221" y="732600"/>
            <a:ext cx="12279600" cy="1418400"/>
          </a:xfrm>
        </p:spPr>
        <p:txBody>
          <a:bodyPr/>
          <a:lstStyle/>
          <a:p>
            <a:r>
              <a:rPr lang="pt"/>
              <a:t>Agenda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3339BED-815C-69B8-B60B-3FB506BCFE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521" y="2145165"/>
            <a:ext cx="16243748" cy="820800"/>
          </a:xfrm>
        </p:spPr>
        <p:txBody>
          <a:bodyPr/>
          <a:lstStyle/>
          <a:p>
            <a:r>
              <a:rPr lang="pt-BR" sz="4400" dirty="0">
                <a:solidFill>
                  <a:srgbClr val="78BE20"/>
                </a:solidFill>
                <a:latin typeface="Leroy Merlin Sans"/>
                <a:ea typeface="Leroy Merlin Sans"/>
                <a:cs typeface="Leroy Merlin Sans"/>
                <a:sym typeface="Leroy Merlin Sans"/>
              </a:rPr>
              <a:t>AI-GenCapgemini4SAP</a:t>
            </a:r>
          </a:p>
          <a:p>
            <a:endParaRPr lang="pt" sz="4400" dirty="0"/>
          </a:p>
          <a:p>
            <a:endParaRPr lang="pt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D2B649-9AFF-72AC-9807-6C2B480C1DA9}"/>
              </a:ext>
            </a:extLst>
          </p:cNvPr>
          <p:cNvSpPr txBox="1"/>
          <p:nvPr/>
        </p:nvSpPr>
        <p:spPr>
          <a:xfrm>
            <a:off x="437520" y="3088649"/>
            <a:ext cx="109010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CDC05"/>
              </a:buClr>
              <a:buFont typeface="Wingdings" panose="05000000000000000000" pitchFamily="2" charset="2"/>
              <a:buChar char="q"/>
              <a:defRPr/>
            </a:pPr>
            <a:r>
              <a:rPr lang="pt-BR" sz="4000" b="1" dirty="0">
                <a:solidFill>
                  <a:srgbClr val="83CEC3"/>
                </a:solidFill>
              </a:rPr>
              <a:t>IA Generativa Capgemini 4SAP</a:t>
            </a:r>
          </a:p>
          <a:p>
            <a:pPr marL="342900" indent="-342900">
              <a:buClr>
                <a:srgbClr val="CCDC05"/>
              </a:buClr>
              <a:buFont typeface="Wingdings" panose="05000000000000000000" pitchFamily="2" charset="2"/>
              <a:buChar char="q"/>
              <a:defRPr/>
            </a:pPr>
            <a:r>
              <a:rPr lang="pt-BR" sz="4000" b="1" dirty="0">
                <a:solidFill>
                  <a:srgbClr val="83CEC3"/>
                </a:solidFill>
              </a:rPr>
              <a:t>Desafios dos Projetos S/4HANA</a:t>
            </a:r>
          </a:p>
          <a:p>
            <a:pPr marL="342900" indent="-342900">
              <a:buClr>
                <a:srgbClr val="CCDC05"/>
              </a:buClr>
              <a:buFont typeface="Wingdings" panose="05000000000000000000" pitchFamily="2" charset="2"/>
              <a:buChar char="q"/>
              <a:defRPr/>
            </a:pPr>
            <a:r>
              <a:rPr lang="pt-BR" sz="4000" b="1" dirty="0">
                <a:solidFill>
                  <a:srgbClr val="83CEC3"/>
                </a:solidFill>
              </a:rPr>
              <a:t>AI-</a:t>
            </a:r>
            <a:r>
              <a:rPr lang="pt-BR" sz="4000" b="1" dirty="0" err="1">
                <a:solidFill>
                  <a:srgbClr val="83CEC3"/>
                </a:solidFill>
              </a:rPr>
              <a:t>RemediationCapgemini</a:t>
            </a:r>
            <a:endParaRPr lang="pt-BR" sz="4000" b="1" dirty="0">
              <a:solidFill>
                <a:srgbClr val="83CEC3"/>
              </a:solidFill>
            </a:endParaRPr>
          </a:p>
          <a:p>
            <a:pPr marL="342900" indent="-342900">
              <a:buClr>
                <a:srgbClr val="CCDC05"/>
              </a:buClr>
              <a:buFont typeface="Wingdings" panose="05000000000000000000" pitchFamily="2" charset="2"/>
              <a:buChar char="q"/>
              <a:defRPr/>
            </a:pPr>
            <a:r>
              <a:rPr lang="pt-BR" sz="4000" b="1" dirty="0">
                <a:solidFill>
                  <a:srgbClr val="83CEC3"/>
                </a:solidFill>
              </a:rPr>
              <a:t>AI-</a:t>
            </a:r>
            <a:r>
              <a:rPr lang="pt-BR" sz="4000" b="1" dirty="0" err="1">
                <a:solidFill>
                  <a:srgbClr val="83CEC3"/>
                </a:solidFill>
              </a:rPr>
              <a:t>CodeGenCapgemini</a:t>
            </a:r>
            <a:endParaRPr lang="pt-BR" sz="4000" b="1" dirty="0">
              <a:solidFill>
                <a:srgbClr val="83CEC3"/>
              </a:solidFill>
            </a:endParaRPr>
          </a:p>
          <a:p>
            <a:pPr marL="342900" indent="-342900">
              <a:buClr>
                <a:srgbClr val="CCDC05"/>
              </a:buClr>
              <a:buFont typeface="Wingdings" panose="05000000000000000000" pitchFamily="2" charset="2"/>
              <a:buChar char="q"/>
              <a:defRPr/>
            </a:pPr>
            <a:r>
              <a:rPr lang="pt-BR" sz="4000" b="1" dirty="0">
                <a:solidFill>
                  <a:srgbClr val="83CEC3"/>
                </a:solidFill>
              </a:rPr>
              <a:t>Benefícios Estratégicos para nossos  Clientes</a:t>
            </a:r>
          </a:p>
          <a:p>
            <a:pPr marL="342900" indent="-342900">
              <a:buClr>
                <a:srgbClr val="CCDC05"/>
              </a:buClr>
              <a:buFont typeface="Wingdings" panose="05000000000000000000" pitchFamily="2" charset="2"/>
              <a:buChar char="q"/>
              <a:defRPr/>
            </a:pPr>
            <a:r>
              <a:rPr lang="pt-BR" sz="4000" b="1" dirty="0">
                <a:solidFill>
                  <a:srgbClr val="83CEC3"/>
                </a:solidFill>
              </a:rPr>
              <a:t>Fim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FDFA5D-A27F-BC0D-542B-C97BE88E5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518" y="1963503"/>
            <a:ext cx="6196302" cy="542038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57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152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0ADCE78-F376-0E6D-A7C3-17E32E23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8D7BD19B-7360-6E04-4270-CDA650AD6F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01163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94A24DB9-5A1D-388F-CD9A-C4DF2C9E0857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AI Generativa Capgemini 4SAP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2F44AA5A-1B1E-07F0-766A-27C485FAA3FB}"/>
              </a:ext>
            </a:extLst>
          </p:cNvPr>
          <p:cNvSpPr txBox="1"/>
          <p:nvPr/>
        </p:nvSpPr>
        <p:spPr>
          <a:xfrm>
            <a:off x="1209778" y="1678253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2800" b="1" dirty="0" err="1">
                <a:solidFill>
                  <a:srgbClr val="CEDC00"/>
                </a:solidFill>
              </a:rPr>
              <a:t>Remediation</a:t>
            </a:r>
            <a:r>
              <a:rPr lang="pt-BR" sz="2800" b="1" dirty="0">
                <a:solidFill>
                  <a:srgbClr val="CEDC00"/>
                </a:solidFill>
              </a:rPr>
              <a:t> </a:t>
            </a:r>
            <a:r>
              <a:rPr lang="pt-BR" sz="2800" b="1" dirty="0" err="1">
                <a:solidFill>
                  <a:srgbClr val="CEDC00"/>
                </a:solidFill>
              </a:rPr>
              <a:t>Engine</a:t>
            </a:r>
            <a:r>
              <a:rPr lang="pt-BR" sz="2800" b="1" dirty="0">
                <a:solidFill>
                  <a:srgbClr val="CEDC00"/>
                </a:solidFill>
              </a:rPr>
              <a:t> &amp; </a:t>
            </a:r>
            <a:r>
              <a:rPr lang="pt-BR" sz="2800" b="1" dirty="0" err="1">
                <a:solidFill>
                  <a:srgbClr val="CEDC00"/>
                </a:solidFill>
              </a:rPr>
              <a:t>Code</a:t>
            </a:r>
            <a:r>
              <a:rPr lang="pt-BR" sz="2800" b="1" dirty="0">
                <a:solidFill>
                  <a:srgbClr val="CEDC00"/>
                </a:solidFill>
              </a:rPr>
              <a:t> </a:t>
            </a:r>
            <a:r>
              <a:rPr lang="pt-BR" sz="2800" b="1" dirty="0" err="1">
                <a:solidFill>
                  <a:srgbClr val="CEDC00"/>
                </a:solidFill>
              </a:rPr>
              <a:t>Generator</a:t>
            </a:r>
            <a:endParaRPr lang="pt-BR" sz="2800" b="1" dirty="0">
              <a:solidFill>
                <a:srgbClr val="CEDC00"/>
              </a:solidFill>
            </a:endParaRPr>
          </a:p>
          <a:p>
            <a:pPr lvl="0"/>
            <a:endParaRPr lang="pt-BR" sz="2800" b="1" dirty="0">
              <a:solidFill>
                <a:srgbClr val="CEDC00"/>
              </a:solidFill>
            </a:endParaRPr>
          </a:p>
          <a:p>
            <a:pPr lvl="0"/>
            <a:r>
              <a:rPr lang="pt-BR" sz="2800" b="1" dirty="0">
                <a:solidFill>
                  <a:srgbClr val="CEDC00"/>
                </a:solidFill>
              </a:rPr>
              <a:t>Acelerando Projetos  SAP S/4HANA com Inteligência Artificial Generativa</a:t>
            </a:r>
            <a:endParaRPr sz="2800" b="1" dirty="0">
              <a:solidFill>
                <a:srgbClr val="CEDC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CBE5B8-69BA-D917-0137-6E14DFF7CEF3}"/>
              </a:ext>
            </a:extLst>
          </p:cNvPr>
          <p:cNvSpPr txBox="1"/>
          <p:nvPr/>
        </p:nvSpPr>
        <p:spPr>
          <a:xfrm>
            <a:off x="1209778" y="3163967"/>
            <a:ext cx="7951305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Objetivo:</a:t>
            </a:r>
            <a:endParaRPr lang="pt-BR" b="1" dirty="0"/>
          </a:p>
          <a:p>
            <a:pPr>
              <a:lnSpc>
                <a:spcPct val="150000"/>
              </a:lnSpc>
            </a:pPr>
            <a:r>
              <a:rPr lang="pt-BR" b="1" dirty="0"/>
              <a:t>A IA Generativa Capgemini 4SAP  foi criada para atender um dos maiores desafios dos programas de transformação SAP</a:t>
            </a:r>
            <a:r>
              <a:rPr lang="pt-BR" dirty="0"/>
              <a:t>: 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Alto volume de objetos para remediar.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Grande quantidade de </a:t>
            </a:r>
            <a:r>
              <a:rPr lang="pt-BR" dirty="0" err="1"/>
              <a:t>GAPs</a:t>
            </a:r>
            <a:r>
              <a:rPr lang="pt-BR" dirty="0"/>
              <a:t> para desenvolver.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Revisão, Conversão para Clean Core de artefatos do ECC para S4HANA.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Prazos reduzidos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Necessidade de padronização.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sz="2800" b="1" dirty="0"/>
              <a:t>Pontos Principais:</a:t>
            </a:r>
          </a:p>
          <a:p>
            <a:endParaRPr lang="pt-BR" sz="2800" b="1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Multi-LLM</a:t>
            </a:r>
            <a:r>
              <a:rPr lang="pt-BR" b="1" dirty="0"/>
              <a:t> Host:</a:t>
            </a:r>
            <a:r>
              <a:rPr lang="pt-BR" dirty="0"/>
              <a:t> Flexibilidade para utilizar as melhores </a:t>
            </a:r>
            <a:r>
              <a:rPr lang="pt-BR" dirty="0" err="1"/>
              <a:t>LLMs</a:t>
            </a:r>
            <a:r>
              <a:rPr lang="pt-BR" dirty="0"/>
              <a:t> do mercado (Claude </a:t>
            </a:r>
            <a:r>
              <a:rPr lang="pt-BR" dirty="0" err="1"/>
              <a:t>Sonnet</a:t>
            </a:r>
            <a:r>
              <a:rPr lang="pt-BR" dirty="0"/>
              <a:t>, GPT-4, Gemini Pro) dependendo da tarefa.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/>
              <a:t>RAG (</a:t>
            </a:r>
            <a:r>
              <a:rPr lang="pt-BR" b="1" dirty="0" err="1"/>
              <a:t>Retrieval-Augmented</a:t>
            </a:r>
            <a:r>
              <a:rPr lang="pt-BR" b="1" dirty="0"/>
              <a:t> Generation):</a:t>
            </a:r>
            <a:r>
              <a:rPr lang="pt-BR" dirty="0"/>
              <a:t> A IA não "alucina" baseada em dados genéricos; ela consulta o </a:t>
            </a:r>
            <a:r>
              <a:rPr lang="pt-BR" b="1" dirty="0" err="1"/>
              <a:t>Workbook</a:t>
            </a:r>
            <a:r>
              <a:rPr lang="pt-BR" b="1" dirty="0"/>
              <a:t> de Padronização da Leroy 2026</a:t>
            </a:r>
            <a:r>
              <a:rPr lang="pt-BR" dirty="0"/>
              <a:t>, Manuais de RAP, CAP e Boas Práticas da Capgemini.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/>
              <a:t>Governança:</a:t>
            </a:r>
            <a:r>
              <a:rPr lang="pt-BR" dirty="0"/>
              <a:t> Processo de "</a:t>
            </a:r>
            <a:r>
              <a:rPr lang="pt-BR" dirty="0" err="1"/>
              <a:t>Human</a:t>
            </a:r>
            <a:r>
              <a:rPr lang="pt-BR" dirty="0"/>
              <a:t>-in-</a:t>
            </a:r>
            <a:r>
              <a:rPr lang="pt-BR" dirty="0" err="1"/>
              <a:t>the</a:t>
            </a:r>
            <a:r>
              <a:rPr lang="pt-BR" dirty="0"/>
              <a:t>-loop" (IA gera Código e  Consultor valida/ativa e resultado Garantia de Qualidade).</a:t>
            </a:r>
          </a:p>
          <a:p>
            <a:endParaRPr lang="pt-BR" dirty="0"/>
          </a:p>
          <a:p>
            <a:r>
              <a:rPr lang="pt-BR" b="1" dirty="0"/>
              <a:t>A solução utiliza IA Generativa, RAG e conhecimento corporativo para acelerar remediações e desenvolvimentos mantendo a validação humana obrigatória.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E08BA87-F667-9BA9-F3CD-62C1A0D2A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5366" y="6741651"/>
            <a:ext cx="5715295" cy="209835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0BED340-0299-FEB1-7E68-308121623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940" y="3385988"/>
            <a:ext cx="6003234" cy="291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95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C64393E-3D55-7C33-BEE1-7083258F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EB820758-449E-F419-2AA0-0860A60B75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01163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6E72240F-DBDC-DA9B-6A28-54F5D7E8E09C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Desafios dos Projetos S/4HANA</a:t>
            </a: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C5604381-D202-C83A-3243-194222C718FC}"/>
              </a:ext>
            </a:extLst>
          </p:cNvPr>
          <p:cNvSpPr txBox="1"/>
          <p:nvPr/>
        </p:nvSpPr>
        <p:spPr>
          <a:xfrm>
            <a:off x="1209778" y="1678253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pt-BR" sz="2800" b="1" dirty="0">
              <a:solidFill>
                <a:srgbClr val="CEDC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AE3495-8D05-5E95-14C7-7390554664A4}"/>
              </a:ext>
            </a:extLst>
          </p:cNvPr>
          <p:cNvSpPr txBox="1"/>
          <p:nvPr/>
        </p:nvSpPr>
        <p:spPr>
          <a:xfrm>
            <a:off x="1858617" y="1978913"/>
            <a:ext cx="5705061" cy="5546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Principais desafios:</a:t>
            </a: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Volume massivo de códigos obsoletos em migrações EC.C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Ajustes de incompatibilidades ECC x S/4HANA.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Necessidade de aderência ao Clean Core.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Elevado esforço operacional.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Dependência de especialistas SAP.</a:t>
            </a:r>
          </a:p>
          <a:p>
            <a:pPr>
              <a:lnSpc>
                <a:spcPct val="150000"/>
              </a:lnSpc>
            </a:pPr>
            <a:endParaRPr lang="pt-BR" sz="2800" b="1" dirty="0"/>
          </a:p>
          <a:p>
            <a:pPr>
              <a:lnSpc>
                <a:spcPct val="150000"/>
              </a:lnSpc>
            </a:pPr>
            <a:r>
              <a:rPr lang="pt-BR" sz="2800" b="1" dirty="0"/>
              <a:t>Impacto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Maior prazo.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Maior custo.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Risco de inconsistências.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lnSpc>
                <a:spcPct val="150000"/>
              </a:lnSpc>
            </a:pP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ACEE9E-AE34-7F1A-3A96-708F4914E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530" y="1604341"/>
            <a:ext cx="9044610" cy="707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11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38A2982-CC24-A322-31AC-11EBAA30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A9CCBC5E-DE1B-9909-1213-44FA3246B7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01163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C3D6F3DF-530C-6006-80F1-B8FA8226782E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AI-</a:t>
            </a:r>
            <a:r>
              <a:rPr lang="pt-BR" sz="6000" b="1" dirty="0" err="1">
                <a:solidFill>
                  <a:srgbClr val="78BE20"/>
                </a:solidFill>
                <a:latin typeface="Leroy Merlin Sans"/>
              </a:rPr>
              <a:t>RemediationCapgemini</a:t>
            </a:r>
            <a:endParaRPr lang="pt-BR" sz="6000" b="1" dirty="0">
              <a:solidFill>
                <a:srgbClr val="83CEC3"/>
              </a:solidFill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979452E1-DB09-F02F-9716-2FDE751FE7D4}"/>
              </a:ext>
            </a:extLst>
          </p:cNvPr>
          <p:cNvSpPr txBox="1"/>
          <p:nvPr/>
        </p:nvSpPr>
        <p:spPr>
          <a:xfrm>
            <a:off x="911604" y="1347048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pt-BR" sz="2800" b="1" dirty="0">
              <a:solidFill>
                <a:srgbClr val="CEDC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D2A592-9570-7956-B1D0-643FBA643027}"/>
              </a:ext>
            </a:extLst>
          </p:cNvPr>
          <p:cNvSpPr txBox="1"/>
          <p:nvPr/>
        </p:nvSpPr>
        <p:spPr>
          <a:xfrm>
            <a:off x="911604" y="1352313"/>
            <a:ext cx="8351666" cy="867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Objetivo: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Remediar automaticamente códigos ABAP e objetos SAP ECC para S/4HANA.</a:t>
            </a:r>
          </a:p>
          <a:p>
            <a:endParaRPr lang="pt-BR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Como Funciona</a:t>
            </a:r>
          </a:p>
          <a:p>
            <a:endParaRPr lang="pt-BR" sz="2800" b="1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/>
              <a:t>Entrada de artefatos na pasta /</a:t>
            </a:r>
            <a:r>
              <a:rPr lang="pt-BR" dirty="0" err="1"/>
              <a:t>remediation</a:t>
            </a:r>
            <a:r>
              <a:rPr lang="pt-BR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/>
              <a:t>Análise automatizada de Gaps e códigos obsoletos.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/>
              <a:t>Aplicação de Persona Especialista (Arquiteto SAP/BTP/Fiori).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/>
              <a:t>Geração de arquivos _remediated.txt com documentação de ajustes.</a:t>
            </a:r>
          </a:p>
          <a:p>
            <a:pPr lvl="1"/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Principais Ganhos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/>
              <a:t>Padronização rigorosa de nomes, boas práticas e Clean Core.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/>
              <a:t>Redução drástica de horas de análise manual de código.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/>
              <a:t>Garantia de conformidade com o </a:t>
            </a:r>
            <a:r>
              <a:rPr lang="pt-BR" dirty="0" err="1"/>
              <a:t>Workbook</a:t>
            </a:r>
            <a:r>
              <a:rPr lang="pt-BR" dirty="0"/>
              <a:t> do projeto.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Utiliza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/>
              <a:t>LLMs</a:t>
            </a:r>
            <a:r>
              <a:rPr lang="pt-BR" dirty="0"/>
              <a:t> de mercado.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/>
              <a:t>LangChain</a:t>
            </a: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RAG ( SAP, Fiori RAP e Cap, ABAP, </a:t>
            </a:r>
            <a:r>
              <a:rPr lang="pt-BR" dirty="0" err="1"/>
              <a:t>Enhancements</a:t>
            </a:r>
            <a:r>
              <a:rPr lang="pt-BR" dirty="0"/>
              <a:t>, TM BOPF, EWM, </a:t>
            </a:r>
            <a:r>
              <a:rPr lang="pt-BR" dirty="0" err="1"/>
              <a:t>etc</a:t>
            </a:r>
            <a:r>
              <a:rPr lang="pt-BR" dirty="0"/>
              <a:t>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/>
              <a:t>Workbook</a:t>
            </a:r>
            <a:r>
              <a:rPr lang="pt-BR" dirty="0"/>
              <a:t> de Padrões ( Usa o novo </a:t>
            </a:r>
            <a:r>
              <a:rPr lang="pt-BR" dirty="0" err="1"/>
              <a:t>Workbook</a:t>
            </a:r>
            <a:r>
              <a:rPr lang="pt-BR" dirty="0"/>
              <a:t> de Desenvolvimento Leroy) 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Boas Práticas SAP  Clean Core.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Resultado</a:t>
            </a: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Objetos remediados e documentados para S/4HANA.</a:t>
            </a:r>
          </a:p>
          <a:p>
            <a:pPr>
              <a:lnSpc>
                <a:spcPct val="150000"/>
              </a:lnSpc>
            </a:pPr>
            <a:endParaRPr lang="pt-BR" sz="2800" b="1" dirty="0"/>
          </a:p>
          <a:p>
            <a:pPr>
              <a:lnSpc>
                <a:spcPct val="150000"/>
              </a:lnSpc>
            </a:pP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AB0646-2055-390E-4891-724F4121A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7243" y="1673817"/>
            <a:ext cx="6301410" cy="377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49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BC983CB-FC6E-3881-AD20-2CF62879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273EE70D-B83C-EF48-6DE0-F878CD781E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9392" y="9222258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969F3BC5-E3AC-129B-7F3D-FE70FA446D67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AI-</a:t>
            </a:r>
            <a:r>
              <a:rPr lang="pt-BR" sz="6000" b="1" dirty="0" err="1">
                <a:solidFill>
                  <a:srgbClr val="78BE20"/>
                </a:solidFill>
                <a:latin typeface="Leroy Merlin Sans"/>
              </a:rPr>
              <a:t>RemediationCapgemini</a:t>
            </a:r>
            <a:endParaRPr lang="pt-BR" sz="6000" b="1" dirty="0">
              <a:solidFill>
                <a:srgbClr val="83CEC3"/>
              </a:solidFill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367EC294-1C3C-4EA2-1C26-2DB3530F8958}"/>
              </a:ext>
            </a:extLst>
          </p:cNvPr>
          <p:cNvSpPr txBox="1"/>
          <p:nvPr/>
        </p:nvSpPr>
        <p:spPr>
          <a:xfrm>
            <a:off x="911604" y="1347048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pt-BR" sz="2800" b="1" dirty="0">
              <a:solidFill>
                <a:srgbClr val="CEDC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886AB6-C35D-09B9-27B3-E83A87175AEF}"/>
              </a:ext>
            </a:extLst>
          </p:cNvPr>
          <p:cNvSpPr txBox="1"/>
          <p:nvPr/>
        </p:nvSpPr>
        <p:spPr>
          <a:xfrm>
            <a:off x="911604" y="1678824"/>
            <a:ext cx="548919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Exemplo real no S4D.</a:t>
            </a:r>
          </a:p>
          <a:p>
            <a:endParaRPr lang="pt-BR" sz="2800" dirty="0"/>
          </a:p>
          <a:p>
            <a:r>
              <a:rPr lang="pt-BR" dirty="0"/>
              <a:t>Programa Remediado :   zrsd_simulador_preco_imp_f01.abap</a:t>
            </a:r>
          </a:p>
          <a:p>
            <a:endParaRPr lang="pt-BR" dirty="0"/>
          </a:p>
          <a:p>
            <a:r>
              <a:rPr lang="pt-BR" dirty="0"/>
              <a:t>Tipos de validações encontradas : ,  </a:t>
            </a:r>
          </a:p>
          <a:p>
            <a:endParaRPr lang="pt-BR" sz="2800" b="1" dirty="0"/>
          </a:p>
          <a:p>
            <a:endParaRPr lang="pt-BR" sz="2800" b="1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81E1AF-8FA4-BCAD-788B-4C2CA83D2ADE}"/>
              </a:ext>
            </a:extLst>
          </p:cNvPr>
          <p:cNvSpPr txBox="1"/>
          <p:nvPr/>
        </p:nvSpPr>
        <p:spPr>
          <a:xfrm>
            <a:off x="819150" y="3690134"/>
            <a:ext cx="84838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"--------------------------------------------------------------------------------------------------</a:t>
            </a:r>
          </a:p>
          <a:p>
            <a:r>
              <a:rPr lang="pt-BR" dirty="0"/>
              <a:t>" </a:t>
            </a:r>
            <a:r>
              <a:rPr lang="pt-BR" b="1" dirty="0">
                <a:solidFill>
                  <a:srgbClr val="FF0000"/>
                </a:solidFill>
              </a:rPr>
              <a:t>NAMING ANALYSIS STATUS - Capgemini SAP AI </a:t>
            </a:r>
            <a:r>
              <a:rPr lang="pt-BR" b="1" dirty="0" err="1">
                <a:solidFill>
                  <a:srgbClr val="FF0000"/>
                </a:solidFill>
              </a:rPr>
              <a:t>Remediation</a:t>
            </a:r>
            <a:r>
              <a:rPr lang="pt-BR" b="1" dirty="0">
                <a:solidFill>
                  <a:srgbClr val="FF0000"/>
                </a:solidFill>
              </a:rPr>
              <a:t> (ABAP_Move2S4 </a:t>
            </a:r>
            <a:r>
              <a:rPr lang="pt-BR" b="1" dirty="0" err="1">
                <a:solidFill>
                  <a:srgbClr val="FF0000"/>
                </a:solidFill>
              </a:rPr>
              <a:t>Workbook</a:t>
            </a:r>
            <a:r>
              <a:rPr lang="pt-BR" b="1" dirty="0">
                <a:solidFill>
                  <a:srgbClr val="FF0000"/>
                </a:solidFill>
              </a:rPr>
              <a:t>)</a:t>
            </a:r>
          </a:p>
          <a:p>
            <a:r>
              <a:rPr lang="pt-BR" dirty="0"/>
              <a:t>" </a:t>
            </a:r>
            <a:r>
              <a:rPr lang="pt-BR" dirty="0" err="1"/>
              <a:t>Workbook</a:t>
            </a:r>
            <a:r>
              <a:rPr lang="pt-BR" dirty="0"/>
              <a:t>    : Workbook_ABAP_Move2S4_Final.docx</a:t>
            </a:r>
          </a:p>
          <a:p>
            <a:r>
              <a:rPr lang="pt-BR" dirty="0"/>
              <a:t>" </a:t>
            </a:r>
            <a:r>
              <a:rPr lang="pt-BR" dirty="0" err="1"/>
              <a:t>Package</a:t>
            </a:r>
            <a:r>
              <a:rPr lang="pt-BR" dirty="0"/>
              <a:t>     : (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specified</a:t>
            </a:r>
            <a:r>
              <a:rPr lang="pt-BR" dirty="0"/>
              <a:t>)</a:t>
            </a:r>
          </a:p>
          <a:p>
            <a:r>
              <a:rPr lang="pt-BR" dirty="0"/>
              <a:t>" </a:t>
            </a:r>
            <a:r>
              <a:rPr lang="pt-BR" dirty="0" err="1"/>
              <a:t>Retrieved</a:t>
            </a:r>
            <a:r>
              <a:rPr lang="pt-BR" dirty="0"/>
              <a:t>   : YES</a:t>
            </a:r>
          </a:p>
          <a:p>
            <a:r>
              <a:rPr lang="pt-BR" dirty="0"/>
              <a:t>" </a:t>
            </a:r>
            <a:r>
              <a:rPr lang="pt-BR" dirty="0" err="1"/>
              <a:t>Result</a:t>
            </a:r>
            <a:r>
              <a:rPr lang="pt-BR" dirty="0"/>
              <a:t>      : 19 VIOLATION(S) FOUND - </a:t>
            </a:r>
            <a:r>
              <a:rPr lang="pt-BR" dirty="0" err="1"/>
              <a:t>see</a:t>
            </a:r>
            <a:r>
              <a:rPr lang="pt-BR" dirty="0"/>
              <a:t> NAMING VIOLATION </a:t>
            </a:r>
            <a:r>
              <a:rPr lang="pt-BR" dirty="0" err="1"/>
              <a:t>markers</a:t>
            </a:r>
            <a:r>
              <a:rPr lang="pt-BR" dirty="0"/>
              <a:t> </a:t>
            </a:r>
            <a:r>
              <a:rPr lang="pt-BR" dirty="0" err="1"/>
              <a:t>below</a:t>
            </a:r>
            <a:endParaRPr lang="pt-BR" dirty="0"/>
          </a:p>
          <a:p>
            <a:r>
              <a:rPr lang="pt-BR" dirty="0"/>
              <a:t>" Scope       : INCLUDE </a:t>
            </a:r>
            <a:r>
              <a:rPr lang="pt-BR" dirty="0" err="1"/>
              <a:t>name</a:t>
            </a:r>
            <a:r>
              <a:rPr lang="pt-BR" dirty="0"/>
              <a:t>; </a:t>
            </a:r>
            <a:r>
              <a:rPr lang="pt-BR" dirty="0" err="1"/>
              <a:t>all</a:t>
            </a:r>
            <a:r>
              <a:rPr lang="pt-BR" dirty="0"/>
              <a:t> FORM </a:t>
            </a:r>
            <a:r>
              <a:rPr lang="pt-BR" dirty="0" err="1"/>
              <a:t>names</a:t>
            </a:r>
            <a:r>
              <a:rPr lang="pt-BR" dirty="0"/>
              <a:t>; </a:t>
            </a:r>
            <a:r>
              <a:rPr lang="pt-BR" dirty="0" err="1"/>
              <a:t>all</a:t>
            </a:r>
            <a:r>
              <a:rPr lang="pt-BR" dirty="0"/>
              <a:t> local DATA </a:t>
            </a:r>
            <a:r>
              <a:rPr lang="pt-BR" dirty="0" err="1"/>
              <a:t>variables</a:t>
            </a:r>
            <a:r>
              <a:rPr lang="pt-BR" dirty="0"/>
              <a:t>; </a:t>
            </a:r>
            <a:r>
              <a:rPr lang="pt-BR" dirty="0" err="1"/>
              <a:t>all</a:t>
            </a:r>
            <a:r>
              <a:rPr lang="pt-BR" dirty="0"/>
              <a:t> local CONSTANTS;</a:t>
            </a:r>
          </a:p>
          <a:p>
            <a:r>
              <a:rPr lang="pt-BR" dirty="0"/>
              <a:t>"               </a:t>
            </a:r>
            <a:r>
              <a:rPr lang="pt-BR" dirty="0" err="1"/>
              <a:t>all</a:t>
            </a:r>
            <a:r>
              <a:rPr lang="pt-BR" dirty="0"/>
              <a:t> FORM </a:t>
            </a:r>
            <a:r>
              <a:rPr lang="pt-BR" dirty="0" err="1"/>
              <a:t>parameters</a:t>
            </a:r>
            <a:r>
              <a:rPr lang="pt-BR" dirty="0"/>
              <a:t>;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referenced</a:t>
            </a:r>
            <a:r>
              <a:rPr lang="pt-BR" dirty="0"/>
              <a:t> </a:t>
            </a:r>
            <a:r>
              <a:rPr lang="pt-BR" dirty="0" err="1"/>
              <a:t>custom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/</a:t>
            </a:r>
            <a:r>
              <a:rPr lang="pt-BR" dirty="0" err="1"/>
              <a:t>structure</a:t>
            </a:r>
            <a:r>
              <a:rPr lang="pt-BR" dirty="0"/>
              <a:t> </a:t>
            </a:r>
            <a:r>
              <a:rPr lang="pt-BR" dirty="0" err="1"/>
              <a:t>names</a:t>
            </a:r>
            <a:r>
              <a:rPr lang="pt-BR" dirty="0"/>
              <a:t> (Z* </a:t>
            </a:r>
            <a:r>
              <a:rPr lang="pt-BR" dirty="0" err="1"/>
              <a:t>objects</a:t>
            </a:r>
            <a:r>
              <a:rPr lang="pt-BR" dirty="0"/>
              <a:t>)</a:t>
            </a:r>
          </a:p>
          <a:p>
            <a:r>
              <a:rPr lang="pt-BR" dirty="0"/>
              <a:t>"               </a:t>
            </a:r>
            <a:r>
              <a:rPr lang="pt-BR" dirty="0" err="1"/>
              <a:t>visible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source</a:t>
            </a:r>
            <a:r>
              <a:rPr lang="pt-BR" dirty="0"/>
              <a:t>. SAP-standard </a:t>
            </a:r>
            <a:r>
              <a:rPr lang="pt-BR" dirty="0" err="1"/>
              <a:t>identifiers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flagged</a:t>
            </a:r>
            <a:r>
              <a:rPr lang="pt-BR" dirty="0"/>
              <a:t>.</a:t>
            </a:r>
          </a:p>
          <a:p>
            <a:r>
              <a:rPr lang="pt-BR" dirty="0"/>
              <a:t>"--------------------------------------------------------------------------------------------------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6B38B5-A028-5732-2A60-F84741CFE73A}"/>
              </a:ext>
            </a:extLst>
          </p:cNvPr>
          <p:cNvSpPr txBox="1"/>
          <p:nvPr/>
        </p:nvSpPr>
        <p:spPr>
          <a:xfrm>
            <a:off x="819150" y="6238921"/>
            <a:ext cx="76847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"--------------------------------------------------------------------------------------------------</a:t>
            </a:r>
          </a:p>
          <a:p>
            <a:r>
              <a:rPr lang="pt-BR" dirty="0"/>
              <a:t>" </a:t>
            </a:r>
            <a:r>
              <a:rPr lang="pt-BR" b="1" dirty="0">
                <a:solidFill>
                  <a:srgbClr val="FF0000"/>
                </a:solidFill>
              </a:rPr>
              <a:t>NAMING VIOLATION - Capgemini SAP AI </a:t>
            </a:r>
            <a:r>
              <a:rPr lang="pt-BR" b="1" dirty="0" err="1">
                <a:solidFill>
                  <a:srgbClr val="FF0000"/>
                </a:solidFill>
              </a:rPr>
              <a:t>Remediation</a:t>
            </a:r>
            <a:r>
              <a:rPr lang="pt-BR" b="1" dirty="0">
                <a:solidFill>
                  <a:srgbClr val="FF0000"/>
                </a:solidFill>
              </a:rPr>
              <a:t> (ABAP_Move2S4 </a:t>
            </a:r>
            <a:r>
              <a:rPr lang="pt-BR" b="1" dirty="0" err="1">
                <a:solidFill>
                  <a:srgbClr val="FF0000"/>
                </a:solidFill>
              </a:rPr>
              <a:t>Workbook</a:t>
            </a:r>
            <a:r>
              <a:rPr lang="pt-BR" b="1" dirty="0">
                <a:solidFill>
                  <a:srgbClr val="FF0000"/>
                </a:solidFill>
              </a:rPr>
              <a:t>)</a:t>
            </a:r>
          </a:p>
          <a:p>
            <a:r>
              <a:rPr lang="pt-BR" dirty="0"/>
              <a:t>" </a:t>
            </a:r>
            <a:r>
              <a:rPr lang="pt-BR" dirty="0" err="1"/>
              <a:t>Object</a:t>
            </a:r>
            <a:r>
              <a:rPr lang="pt-BR" dirty="0"/>
              <a:t>     : '</a:t>
            </a:r>
            <a:r>
              <a:rPr lang="pt-BR" dirty="0" err="1"/>
              <a:t>tl_simupreci</a:t>
            </a:r>
            <a:r>
              <a:rPr lang="pt-BR" dirty="0"/>
              <a:t>'  (local TABLE in FORM </a:t>
            </a:r>
            <a:r>
              <a:rPr lang="pt-BR" dirty="0" err="1"/>
              <a:t>f_salvar_dados</a:t>
            </a:r>
            <a:r>
              <a:rPr lang="pt-BR" dirty="0"/>
              <a:t>)</a:t>
            </a:r>
          </a:p>
          <a:p>
            <a:r>
              <a:rPr lang="pt-BR" dirty="0"/>
              <a:t>" Kind       : DATA</a:t>
            </a:r>
          </a:p>
          <a:p>
            <a:r>
              <a:rPr lang="pt-BR" dirty="0"/>
              <a:t>" Rule       : Local </a:t>
            </a:r>
            <a:r>
              <a:rPr lang="pt-BR" dirty="0" err="1"/>
              <a:t>internal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 must use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prefix</a:t>
            </a:r>
            <a:r>
              <a:rPr lang="pt-BR" dirty="0"/>
              <a:t> TL_ </a:t>
            </a:r>
            <a:r>
              <a:rPr lang="pt-BR" dirty="0" err="1"/>
              <a:t>followed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UPPERCASE </a:t>
            </a:r>
            <a:r>
              <a:rPr lang="pt-BR" dirty="0" err="1"/>
              <a:t>name</a:t>
            </a:r>
            <a:r>
              <a:rPr lang="pt-BR" dirty="0"/>
              <a:t> per</a:t>
            </a:r>
          </a:p>
          <a:p>
            <a:r>
              <a:rPr lang="pt-BR" dirty="0"/>
              <a:t>"              </a:t>
            </a:r>
            <a:r>
              <a:rPr lang="pt-BR" dirty="0" err="1"/>
              <a:t>Workbook</a:t>
            </a:r>
            <a:r>
              <a:rPr lang="pt-BR" dirty="0"/>
              <a:t>. '</a:t>
            </a:r>
            <a:r>
              <a:rPr lang="pt-BR" dirty="0" err="1"/>
              <a:t>tl_simupreci</a:t>
            </a:r>
            <a:r>
              <a:rPr lang="pt-BR" dirty="0"/>
              <a:t>'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lowercase</a:t>
            </a:r>
            <a:r>
              <a:rPr lang="pt-BR" dirty="0"/>
              <a:t>.</a:t>
            </a:r>
          </a:p>
          <a:p>
            <a:r>
              <a:rPr lang="pt-BR" dirty="0"/>
              <a:t>" </a:t>
            </a:r>
            <a:r>
              <a:rPr lang="pt-BR" dirty="0" err="1"/>
              <a:t>Expected</a:t>
            </a:r>
            <a:r>
              <a:rPr lang="pt-BR" dirty="0"/>
              <a:t>   : TL_SIMUPRECI</a:t>
            </a:r>
          </a:p>
          <a:p>
            <a:r>
              <a:rPr lang="pt-BR" dirty="0"/>
              <a:t>" RAG </a:t>
            </a:r>
            <a:r>
              <a:rPr lang="pt-BR" dirty="0" err="1"/>
              <a:t>Source</a:t>
            </a:r>
            <a:r>
              <a:rPr lang="pt-BR" dirty="0"/>
              <a:t> : Workbook_ABAP_Move2S4_Final.docx</a:t>
            </a:r>
          </a:p>
          <a:p>
            <a:r>
              <a:rPr lang="pt-BR" dirty="0"/>
              <a:t>"--------------------------------------------------------------------------------------------------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01B1566-1953-2D0E-E085-D47374286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360" y="2204720"/>
            <a:ext cx="6898640" cy="6171403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C9A10F38-0752-65E3-9B42-342276E0B92B}"/>
              </a:ext>
            </a:extLst>
          </p:cNvPr>
          <p:cNvSpPr/>
          <p:nvPr/>
        </p:nvSpPr>
        <p:spPr>
          <a:xfrm>
            <a:off x="9303026" y="4706772"/>
            <a:ext cx="1699104" cy="105354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10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0E7A0F2-E644-92A1-C5AD-F2AA6FFC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2E8939E4-5299-8FE6-D8B6-0917EDA37D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9392" y="9222258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E5E93673-9832-6D9E-EFC6-5232036AE46B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AI-</a:t>
            </a:r>
            <a:r>
              <a:rPr lang="pt-BR" sz="6000" b="1" dirty="0" err="1">
                <a:solidFill>
                  <a:srgbClr val="78BE20"/>
                </a:solidFill>
                <a:latin typeface="Leroy Merlin Sans"/>
              </a:rPr>
              <a:t>RemediationCapgemini</a:t>
            </a:r>
            <a:endParaRPr lang="pt-BR" sz="6000" b="1" dirty="0">
              <a:solidFill>
                <a:srgbClr val="83CEC3"/>
              </a:solidFill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F0BE0131-FE5A-711F-758E-3DF838D161C1}"/>
              </a:ext>
            </a:extLst>
          </p:cNvPr>
          <p:cNvSpPr txBox="1"/>
          <p:nvPr/>
        </p:nvSpPr>
        <p:spPr>
          <a:xfrm>
            <a:off x="911604" y="1347048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pt-BR" sz="2800" b="1" dirty="0">
              <a:solidFill>
                <a:srgbClr val="CEDC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573CF1-E0B8-0763-4F39-01912605DF04}"/>
              </a:ext>
            </a:extLst>
          </p:cNvPr>
          <p:cNvSpPr txBox="1"/>
          <p:nvPr/>
        </p:nvSpPr>
        <p:spPr>
          <a:xfrm>
            <a:off x="911604" y="1629585"/>
            <a:ext cx="525065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Exemplo real no S4D.</a:t>
            </a:r>
          </a:p>
          <a:p>
            <a:endParaRPr lang="pt-BR" sz="2800" dirty="0"/>
          </a:p>
          <a:p>
            <a:r>
              <a:rPr lang="pt-BR" dirty="0"/>
              <a:t>Programa Remediado :   zrsd_simulador_preco_imp_f01.abap</a:t>
            </a:r>
          </a:p>
          <a:p>
            <a:endParaRPr lang="pt-BR" dirty="0"/>
          </a:p>
          <a:p>
            <a:r>
              <a:rPr lang="pt-BR" dirty="0"/>
              <a:t>Tipos de validações encontradas : ,  </a:t>
            </a:r>
          </a:p>
          <a:p>
            <a:endParaRPr lang="pt-BR" sz="2800" b="1" dirty="0"/>
          </a:p>
          <a:p>
            <a:endParaRPr lang="pt-BR" sz="2800" b="1" dirty="0"/>
          </a:p>
          <a:p>
            <a:endParaRPr lang="pt-BR" sz="28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90CD1BF-E71C-946B-0904-07AD5E82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1339" y="2357541"/>
            <a:ext cx="5088836" cy="495766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F7D21ED-A52D-B6B7-972F-B3F06E0ADBC9}"/>
              </a:ext>
            </a:extLst>
          </p:cNvPr>
          <p:cNvSpPr txBox="1"/>
          <p:nvPr/>
        </p:nvSpPr>
        <p:spPr>
          <a:xfrm>
            <a:off x="680002" y="3361865"/>
            <a:ext cx="996480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"--------------------------------------------------------------------------------------------------</a:t>
            </a:r>
          </a:p>
          <a:p>
            <a:r>
              <a:rPr lang="pt-BR" dirty="0"/>
              <a:t>  " </a:t>
            </a:r>
            <a:r>
              <a:rPr lang="pt-BR" b="1" dirty="0">
                <a:solidFill>
                  <a:srgbClr val="FF0000"/>
                </a:solidFill>
              </a:rPr>
              <a:t>MANUAL REVIEW REQUIRED - Capgemini SAP AI </a:t>
            </a:r>
            <a:r>
              <a:rPr lang="pt-BR" b="1" dirty="0" err="1">
                <a:solidFill>
                  <a:srgbClr val="FF0000"/>
                </a:solidFill>
              </a:rPr>
              <a:t>Remediation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  " </a:t>
            </a:r>
            <a:r>
              <a:rPr lang="pt-BR" dirty="0" err="1"/>
              <a:t>Reason</a:t>
            </a:r>
            <a:r>
              <a:rPr lang="pt-BR" dirty="0"/>
              <a:t>     : REUSE_ALV_POPUP_TO_SELECT </a:t>
            </a:r>
            <a:r>
              <a:rPr lang="pt-BR" dirty="0" err="1"/>
              <a:t>is</a:t>
            </a:r>
            <a:r>
              <a:rPr lang="pt-BR" dirty="0"/>
              <a:t> a </a:t>
            </a:r>
            <a:r>
              <a:rPr lang="pt-BR" dirty="0" err="1"/>
              <a:t>classic</a:t>
            </a:r>
            <a:r>
              <a:rPr lang="pt-BR" dirty="0"/>
              <a:t> ALV </a:t>
            </a:r>
            <a:r>
              <a:rPr lang="pt-BR" dirty="0" err="1"/>
              <a:t>function</a:t>
            </a:r>
            <a:r>
              <a:rPr lang="pt-BR" dirty="0"/>
              <a:t> module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REUSE_ALV_* </a:t>
            </a:r>
            <a:r>
              <a:rPr lang="pt-BR" dirty="0" err="1"/>
              <a:t>family</a:t>
            </a:r>
            <a:r>
              <a:rPr lang="pt-BR" dirty="0"/>
              <a:t>; in S/4HANA Clean Core </a:t>
            </a:r>
            <a:r>
              <a:rPr lang="pt-BR" dirty="0" err="1"/>
              <a:t>extensibility</a:t>
            </a:r>
            <a:r>
              <a:rPr lang="pt-BR" dirty="0"/>
              <a:t> </a:t>
            </a:r>
            <a:r>
              <a:rPr lang="pt-BR" dirty="0" err="1"/>
              <a:t>guidance</a:t>
            </a:r>
            <a:r>
              <a:rPr lang="pt-BR" dirty="0"/>
              <a:t>, </a:t>
            </a:r>
            <a:r>
              <a:rPr lang="pt-BR" dirty="0" err="1"/>
              <a:t>classic</a:t>
            </a:r>
            <a:r>
              <a:rPr lang="pt-BR" dirty="0"/>
              <a:t> ALV REUSE </a:t>
            </a:r>
            <a:r>
              <a:rPr lang="pt-BR" dirty="0" err="1"/>
              <a:t>function</a:t>
            </a:r>
            <a:r>
              <a:rPr lang="pt-BR" dirty="0"/>
              <a:t> modules are </a:t>
            </a:r>
            <a:r>
              <a:rPr lang="pt-BR" dirty="0" err="1"/>
              <a:t>deprecated</a:t>
            </a:r>
            <a:r>
              <a:rPr lang="pt-BR" dirty="0"/>
              <a:t> in </a:t>
            </a:r>
            <a:r>
              <a:rPr lang="pt-BR" dirty="0" err="1"/>
              <a:t>favour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CL_SALV_TABLE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SALV </a:t>
            </a:r>
            <a:r>
              <a:rPr lang="pt-BR" dirty="0" err="1"/>
              <a:t>object</a:t>
            </a:r>
            <a:r>
              <a:rPr lang="pt-BR" dirty="0"/>
              <a:t> model. Manual review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required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assess</a:t>
            </a:r>
            <a:r>
              <a:rPr lang="pt-BR" dirty="0"/>
              <a:t> </a:t>
            </a:r>
            <a:r>
              <a:rPr lang="pt-BR" dirty="0" err="1"/>
              <a:t>whether</a:t>
            </a:r>
            <a:r>
              <a:rPr lang="pt-BR" dirty="0"/>
              <a:t> </a:t>
            </a:r>
            <a:r>
              <a:rPr lang="pt-BR" dirty="0" err="1"/>
              <a:t>this</a:t>
            </a:r>
            <a:r>
              <a:rPr lang="pt-BR" dirty="0"/>
              <a:t> UI </a:t>
            </a:r>
            <a:r>
              <a:rPr lang="pt-BR" dirty="0" err="1"/>
              <a:t>artefact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refactored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CL_SALV_TABLE / </a:t>
            </a:r>
            <a:r>
              <a:rPr lang="pt-BR" dirty="0" err="1"/>
              <a:t>cl_salv_popup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equivalent</a:t>
            </a:r>
            <a:r>
              <a:rPr lang="pt-BR" dirty="0"/>
              <a:t> </a:t>
            </a:r>
            <a:r>
              <a:rPr lang="pt-BR" dirty="0" err="1"/>
              <a:t>released</a:t>
            </a:r>
            <a:r>
              <a:rPr lang="pt-BR" dirty="0"/>
              <a:t> API </a:t>
            </a:r>
            <a:r>
              <a:rPr lang="pt-BR" dirty="0" err="1"/>
              <a:t>before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conversion</a:t>
            </a:r>
            <a:r>
              <a:rPr lang="pt-BR" dirty="0"/>
              <a:t>.</a:t>
            </a:r>
          </a:p>
          <a:p>
            <a:r>
              <a:rPr lang="pt-BR" dirty="0"/>
              <a:t>  " RAG </a:t>
            </a:r>
            <a:r>
              <a:rPr lang="pt-BR" dirty="0" err="1"/>
              <a:t>Source</a:t>
            </a:r>
            <a:r>
              <a:rPr lang="pt-BR" dirty="0"/>
              <a:t> : Clean core </a:t>
            </a:r>
            <a:r>
              <a:rPr lang="pt-BR" dirty="0" err="1"/>
              <a:t>extensibility</a:t>
            </a:r>
            <a:r>
              <a:rPr lang="pt-BR" dirty="0"/>
              <a:t> for SAP S_4HANA Cloud.pdf</a:t>
            </a:r>
          </a:p>
          <a:p>
            <a:r>
              <a:rPr lang="pt-BR" dirty="0"/>
              <a:t>  "--------------------------------------------------------------------------------------------------</a:t>
            </a:r>
          </a:p>
          <a:p>
            <a:r>
              <a:rPr lang="pt-BR" dirty="0"/>
              <a:t>  CALL FUNCTION 'REUSE_ALV_POPUP_TO_SELECT'</a:t>
            </a:r>
          </a:p>
          <a:p>
            <a:r>
              <a:rPr lang="pt-BR" dirty="0"/>
              <a:t>    EXPORTING</a:t>
            </a:r>
          </a:p>
          <a:p>
            <a:r>
              <a:rPr lang="pt-BR" dirty="0"/>
              <a:t>      "--------------------------------------------------------------------------------------------------</a:t>
            </a:r>
          </a:p>
          <a:p>
            <a:r>
              <a:rPr lang="pt-BR" dirty="0"/>
              <a:t>      " </a:t>
            </a:r>
            <a:r>
              <a:rPr lang="pt-BR" b="1" dirty="0">
                <a:solidFill>
                  <a:srgbClr val="FF0000"/>
                </a:solidFill>
              </a:rPr>
              <a:t>WARNING - ABAP BEST PRACTICE NON-COMPLIANCE (SAP S/4HANA 2025 (Private </a:t>
            </a:r>
            <a:r>
              <a:rPr lang="pt-BR" b="1" dirty="0" err="1">
                <a:solidFill>
                  <a:srgbClr val="FF0000"/>
                </a:solidFill>
              </a:rPr>
              <a:t>Edition</a:t>
            </a:r>
            <a:r>
              <a:rPr lang="pt-BR" b="1" dirty="0">
                <a:solidFill>
                  <a:srgbClr val="FF0000"/>
                </a:solidFill>
              </a:rPr>
              <a:t>))</a:t>
            </a:r>
          </a:p>
          <a:p>
            <a:r>
              <a:rPr lang="pt-BR" dirty="0"/>
              <a:t>      " </a:t>
            </a:r>
            <a:r>
              <a:rPr lang="pt-BR" dirty="0" err="1"/>
              <a:t>Issue</a:t>
            </a:r>
            <a:r>
              <a:rPr lang="pt-BR" dirty="0"/>
              <a:t>      : </a:t>
            </a:r>
            <a:r>
              <a:rPr lang="pt-BR" dirty="0" err="1"/>
              <a:t>Hardcoded</a:t>
            </a:r>
            <a:r>
              <a:rPr lang="pt-BR" dirty="0"/>
              <a:t> literal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used</a:t>
            </a:r>
            <a:r>
              <a:rPr lang="pt-BR" dirty="0"/>
              <a:t> as </a:t>
            </a:r>
            <a:r>
              <a:rPr lang="pt-BR" dirty="0" err="1"/>
              <a:t>the</a:t>
            </a:r>
            <a:r>
              <a:rPr lang="pt-BR" dirty="0"/>
              <a:t> ALV </a:t>
            </a:r>
            <a:r>
              <a:rPr lang="pt-BR" dirty="0" err="1"/>
              <a:t>popup</a:t>
            </a:r>
            <a:r>
              <a:rPr lang="pt-BR" dirty="0"/>
              <a:t>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instead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a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symbol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message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entry</a:t>
            </a:r>
            <a:r>
              <a:rPr lang="pt-BR" dirty="0"/>
              <a:t>;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a </a:t>
            </a:r>
            <a:r>
              <a:rPr lang="pt-BR" dirty="0" err="1"/>
              <a:t>localisation</a:t>
            </a:r>
            <a:r>
              <a:rPr lang="pt-BR" dirty="0"/>
              <a:t>/</a:t>
            </a:r>
            <a:r>
              <a:rPr lang="pt-BR" dirty="0" err="1"/>
              <a:t>translatability</a:t>
            </a:r>
            <a:r>
              <a:rPr lang="pt-BR" dirty="0"/>
              <a:t> </a:t>
            </a:r>
            <a:r>
              <a:rPr lang="pt-BR" dirty="0" err="1"/>
              <a:t>concern</a:t>
            </a:r>
            <a:r>
              <a:rPr lang="pt-BR" dirty="0"/>
              <a:t>.</a:t>
            </a:r>
          </a:p>
          <a:p>
            <a:r>
              <a:rPr lang="pt-BR" dirty="0"/>
              <a:t>      " RAG </a:t>
            </a:r>
            <a:r>
              <a:rPr lang="pt-BR" dirty="0" err="1"/>
              <a:t>Source</a:t>
            </a:r>
            <a:r>
              <a:rPr lang="pt-BR" dirty="0"/>
              <a:t> : GENERAL ABAP BEST PRACTICE (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workspace</a:t>
            </a:r>
            <a:r>
              <a:rPr lang="pt-BR" dirty="0"/>
              <a:t> KB)</a:t>
            </a:r>
          </a:p>
          <a:p>
            <a:r>
              <a:rPr lang="pt-BR" dirty="0"/>
              <a:t>      " </a:t>
            </a:r>
            <a:r>
              <a:rPr lang="pt-BR" dirty="0" err="1"/>
              <a:t>Impact</a:t>
            </a:r>
            <a:r>
              <a:rPr lang="pt-BR" dirty="0"/>
              <a:t>     : The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translated</a:t>
            </a:r>
            <a:r>
              <a:rPr lang="pt-BR" dirty="0"/>
              <a:t> for non-</a:t>
            </a:r>
            <a:r>
              <a:rPr lang="pt-BR" dirty="0" err="1"/>
              <a:t>Portuguese</a:t>
            </a:r>
            <a:r>
              <a:rPr lang="pt-BR" dirty="0"/>
              <a:t> </a:t>
            </a:r>
            <a:r>
              <a:rPr lang="pt-BR" dirty="0" err="1"/>
              <a:t>locales</a:t>
            </a:r>
            <a:r>
              <a:rPr lang="pt-BR" dirty="0"/>
              <a:t>; in a </a:t>
            </a:r>
            <a:r>
              <a:rPr lang="pt-BR" dirty="0" err="1"/>
              <a:t>multi-language</a:t>
            </a:r>
            <a:r>
              <a:rPr lang="pt-BR" dirty="0"/>
              <a:t> S/4HANA system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a </a:t>
            </a:r>
            <a:r>
              <a:rPr lang="pt-BR" dirty="0" err="1"/>
              <a:t>quality</a:t>
            </a:r>
            <a:r>
              <a:rPr lang="pt-BR" dirty="0"/>
              <a:t> </a:t>
            </a:r>
            <a:r>
              <a:rPr lang="pt-BR" dirty="0" err="1"/>
              <a:t>defect</a:t>
            </a:r>
            <a:r>
              <a:rPr lang="pt-BR" dirty="0"/>
              <a:t>, </a:t>
            </a:r>
            <a:r>
              <a:rPr lang="pt-BR" dirty="0" err="1"/>
              <a:t>though</a:t>
            </a:r>
            <a:r>
              <a:rPr lang="pt-BR" dirty="0"/>
              <a:t> it does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block</a:t>
            </a:r>
            <a:r>
              <a:rPr lang="pt-BR" dirty="0"/>
              <a:t> ATC S4HANA_READINESS.</a:t>
            </a:r>
          </a:p>
          <a:p>
            <a:r>
              <a:rPr lang="pt-BR" dirty="0"/>
              <a:t>      "--------------------------------------------------------------------------------------------------</a:t>
            </a:r>
          </a:p>
          <a:p>
            <a:r>
              <a:rPr lang="pt-BR" dirty="0"/>
              <a:t>      </a:t>
            </a:r>
            <a:r>
              <a:rPr lang="pt-BR" dirty="0" err="1"/>
              <a:t>i_title</a:t>
            </a:r>
            <a:r>
              <a:rPr lang="pt-BR" dirty="0"/>
              <a:t>               = 'Detalhamento dos impostos'</a:t>
            </a:r>
          </a:p>
          <a:p>
            <a:r>
              <a:rPr lang="pt-BR" dirty="0"/>
              <a:t>      </a:t>
            </a:r>
            <a:r>
              <a:rPr lang="pt-BR" dirty="0" err="1"/>
              <a:t>i_selection</a:t>
            </a:r>
            <a:r>
              <a:rPr lang="pt-BR" dirty="0"/>
              <a:t>           = 'X'</a:t>
            </a:r>
          </a:p>
          <a:p>
            <a:r>
              <a:rPr lang="pt-BR" dirty="0"/>
              <a:t>      </a:t>
            </a:r>
            <a:r>
              <a:rPr lang="pt-BR" dirty="0" err="1"/>
              <a:t>i_zebra</a:t>
            </a:r>
            <a:r>
              <a:rPr lang="pt-BR" dirty="0"/>
              <a:t>               = </a:t>
            </a:r>
            <a:r>
              <a:rPr lang="pt-BR" dirty="0" err="1"/>
              <a:t>abap_true</a:t>
            </a:r>
            <a:endParaRPr lang="pt-BR" dirty="0"/>
          </a:p>
          <a:p>
            <a:r>
              <a:rPr lang="pt-BR" dirty="0"/>
              <a:t>      </a:t>
            </a:r>
            <a:r>
              <a:rPr lang="pt-BR" dirty="0" err="1"/>
              <a:t>i_screen_start_column</a:t>
            </a:r>
            <a:r>
              <a:rPr lang="pt-BR" dirty="0"/>
              <a:t> = 15</a:t>
            </a:r>
          </a:p>
          <a:p>
            <a:r>
              <a:rPr lang="pt-BR" dirty="0"/>
              <a:t>      </a:t>
            </a:r>
            <a:r>
              <a:rPr lang="pt-BR" dirty="0" err="1"/>
              <a:t>i_screen_start_line</a:t>
            </a:r>
            <a:r>
              <a:rPr lang="pt-BR" dirty="0"/>
              <a:t>   = 5</a:t>
            </a:r>
          </a:p>
          <a:p>
            <a:r>
              <a:rPr lang="pt-BR" dirty="0"/>
              <a:t>      </a:t>
            </a:r>
            <a:r>
              <a:rPr lang="pt-BR" dirty="0" err="1"/>
              <a:t>i_screen_end_column</a:t>
            </a:r>
            <a:r>
              <a:rPr lang="pt-BR" dirty="0"/>
              <a:t>   = 150</a:t>
            </a:r>
          </a:p>
          <a:p>
            <a:r>
              <a:rPr lang="pt-BR" dirty="0"/>
              <a:t>      </a:t>
            </a:r>
            <a:r>
              <a:rPr lang="pt-BR" dirty="0" err="1"/>
              <a:t>i_screen_end_line</a:t>
            </a:r>
            <a:r>
              <a:rPr lang="pt-BR" dirty="0"/>
              <a:t>     = 20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8851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D54248D6-336E-6F73-750C-EE50C609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301489EF-001A-B21B-A593-2E7AC6A485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9392" y="9222258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867AE961-E6AB-F464-6DDE-102C1B18023E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AI-</a:t>
            </a:r>
            <a:r>
              <a:rPr lang="pt-BR" sz="6000" b="1" dirty="0" err="1">
                <a:solidFill>
                  <a:srgbClr val="78BE20"/>
                </a:solidFill>
                <a:latin typeface="Leroy Merlin Sans"/>
              </a:rPr>
              <a:t>RemediationCapgemini</a:t>
            </a:r>
            <a:endParaRPr lang="pt-BR" sz="6000" b="1" dirty="0">
              <a:solidFill>
                <a:srgbClr val="83CEC3"/>
              </a:solidFill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4B7EC943-2856-E164-F767-449D98A65FB6}"/>
              </a:ext>
            </a:extLst>
          </p:cNvPr>
          <p:cNvSpPr txBox="1"/>
          <p:nvPr/>
        </p:nvSpPr>
        <p:spPr>
          <a:xfrm>
            <a:off x="911604" y="1347048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pt-BR" sz="2800" b="1" dirty="0">
              <a:solidFill>
                <a:srgbClr val="CEDC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CE6913-E120-DFA2-DFB2-4C1D10C6668B}"/>
              </a:ext>
            </a:extLst>
          </p:cNvPr>
          <p:cNvSpPr txBox="1"/>
          <p:nvPr/>
        </p:nvSpPr>
        <p:spPr>
          <a:xfrm>
            <a:off x="911604" y="1629585"/>
            <a:ext cx="525065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Exemplo real no S4D.</a:t>
            </a:r>
          </a:p>
          <a:p>
            <a:endParaRPr lang="pt-BR" sz="2800" dirty="0"/>
          </a:p>
          <a:p>
            <a:r>
              <a:rPr lang="pt-BR" dirty="0"/>
              <a:t>Programa Remediado :   zrsd_simulador_preco_imp_f01.abap</a:t>
            </a:r>
          </a:p>
          <a:p>
            <a:endParaRPr lang="pt-BR" dirty="0"/>
          </a:p>
          <a:p>
            <a:r>
              <a:rPr lang="pt-BR" dirty="0"/>
              <a:t>Tipos de validações encontradas : ,  </a:t>
            </a:r>
          </a:p>
          <a:p>
            <a:endParaRPr lang="pt-BR" sz="2800" b="1" dirty="0"/>
          </a:p>
          <a:p>
            <a:endParaRPr lang="pt-BR" sz="2800" b="1" dirty="0"/>
          </a:p>
          <a:p>
            <a:endParaRPr lang="pt-BR" sz="2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EC3A44-86A9-07EF-49C6-2EE29A136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664" y="2411994"/>
            <a:ext cx="8217312" cy="360117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F20F35F-6688-B42C-7FCB-57133673E470}"/>
              </a:ext>
            </a:extLst>
          </p:cNvPr>
          <p:cNvSpPr txBox="1"/>
          <p:nvPr/>
        </p:nvSpPr>
        <p:spPr>
          <a:xfrm>
            <a:off x="784089" y="3684973"/>
            <a:ext cx="729035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"--------------------------------------------------------------------------------------------------</a:t>
            </a:r>
          </a:p>
          <a:p>
            <a:r>
              <a:rPr lang="pt-BR" dirty="0"/>
              <a:t>  </a:t>
            </a:r>
            <a:r>
              <a:rPr lang="pt-BR" b="1" dirty="0">
                <a:solidFill>
                  <a:srgbClr val="FF0000"/>
                </a:solidFill>
              </a:rPr>
              <a:t>" BEGIN OF MODIFICATION - Capgemini SAP AI </a:t>
            </a:r>
            <a:r>
              <a:rPr lang="pt-BR" b="1" dirty="0" err="1">
                <a:solidFill>
                  <a:srgbClr val="FF0000"/>
                </a:solidFill>
              </a:rPr>
              <a:t>Remediation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  " </a:t>
            </a:r>
            <a:r>
              <a:rPr lang="pt-BR" dirty="0" err="1"/>
              <a:t>Reason</a:t>
            </a:r>
            <a:r>
              <a:rPr lang="pt-BR" dirty="0"/>
              <a:t>     : </a:t>
            </a:r>
            <a:r>
              <a:rPr lang="pt-BR" dirty="0" err="1"/>
              <a:t>Internal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 </a:t>
            </a:r>
            <a:r>
              <a:rPr lang="pt-BR" dirty="0" err="1"/>
              <a:t>declared</a:t>
            </a:r>
            <a:r>
              <a:rPr lang="pt-BR" dirty="0"/>
              <a:t> WITH HEADER LINE are </a:t>
            </a:r>
            <a:r>
              <a:rPr lang="pt-BR" dirty="0" err="1"/>
              <a:t>an</a:t>
            </a:r>
            <a:r>
              <a:rPr lang="pt-BR" dirty="0"/>
              <a:t> obsolete ABAP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construct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triggers ATC </a:t>
            </a:r>
            <a:r>
              <a:rPr lang="pt-BR" dirty="0" err="1"/>
              <a:t>findings</a:t>
            </a:r>
            <a:r>
              <a:rPr lang="pt-BR" dirty="0"/>
              <a:t> </a:t>
            </a:r>
            <a:r>
              <a:rPr lang="pt-BR" dirty="0" err="1"/>
              <a:t>under</a:t>
            </a:r>
            <a:r>
              <a:rPr lang="pt-BR" dirty="0"/>
              <a:t> S4HANA_READINESS;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implicit</a:t>
            </a:r>
            <a:r>
              <a:rPr lang="pt-BR" dirty="0"/>
              <a:t> header </a:t>
            </a:r>
            <a:r>
              <a:rPr lang="pt-BR" dirty="0" err="1"/>
              <a:t>line</a:t>
            </a:r>
            <a:r>
              <a:rPr lang="pt-BR" dirty="0"/>
              <a:t> must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replaced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explicit</a:t>
            </a:r>
            <a:r>
              <a:rPr lang="pt-BR" dirty="0"/>
              <a:t> </a:t>
            </a:r>
            <a:r>
              <a:rPr lang="pt-BR" dirty="0" err="1"/>
              <a:t>work</a:t>
            </a:r>
            <a:r>
              <a:rPr lang="pt-BR" dirty="0"/>
              <a:t> </a:t>
            </a:r>
            <a:r>
              <a:rPr lang="pt-BR" dirty="0" err="1"/>
              <a:t>area</a:t>
            </a:r>
            <a:r>
              <a:rPr lang="pt-BR" dirty="0"/>
              <a:t>.</a:t>
            </a:r>
          </a:p>
          <a:p>
            <a:r>
              <a:rPr lang="pt-BR" dirty="0"/>
              <a:t>  " RAG </a:t>
            </a:r>
            <a:r>
              <a:rPr lang="pt-BR" dirty="0" err="1"/>
              <a:t>Source</a:t>
            </a:r>
            <a:r>
              <a:rPr lang="pt-BR" dirty="0"/>
              <a:t> : </a:t>
            </a:r>
            <a:r>
              <a:rPr lang="pt-BR" dirty="0" err="1"/>
              <a:t>From</a:t>
            </a:r>
            <a:r>
              <a:rPr lang="pt-BR" dirty="0"/>
              <a:t> Classic ABAP </a:t>
            </a:r>
            <a:r>
              <a:rPr lang="pt-BR" dirty="0" err="1"/>
              <a:t>to</a:t>
            </a:r>
            <a:r>
              <a:rPr lang="pt-BR" dirty="0"/>
              <a:t> ABAP.pdf</a:t>
            </a:r>
          </a:p>
          <a:p>
            <a:r>
              <a:rPr lang="pt-BR" dirty="0"/>
              <a:t>  "--------------------------------------------------------------------------------------------------</a:t>
            </a:r>
          </a:p>
          <a:p>
            <a:r>
              <a:rPr lang="pt-BR" dirty="0"/>
              <a:t>  DATA: </a:t>
            </a:r>
            <a:r>
              <a:rPr lang="pt-BR" dirty="0" err="1"/>
              <a:t>tl_fieldcat</a:t>
            </a:r>
            <a:r>
              <a:rPr lang="pt-BR" dirty="0"/>
              <a:t>   TYPE </a:t>
            </a:r>
            <a:r>
              <a:rPr lang="pt-BR" dirty="0" err="1"/>
              <a:t>slis_t_fieldcat_alv</a:t>
            </a:r>
            <a:r>
              <a:rPr lang="pt-BR" dirty="0"/>
              <a:t>.</a:t>
            </a:r>
          </a:p>
          <a:p>
            <a:r>
              <a:rPr lang="pt-BR" dirty="0"/>
              <a:t>  DATA: </a:t>
            </a:r>
            <a:r>
              <a:rPr lang="pt-BR" dirty="0" err="1"/>
              <a:t>ls_fieldcat</a:t>
            </a:r>
            <a:r>
              <a:rPr lang="pt-BR" dirty="0"/>
              <a:t>   TYPE </a:t>
            </a:r>
            <a:r>
              <a:rPr lang="pt-BR" dirty="0" err="1"/>
              <a:t>slis_fieldcat_alv</a:t>
            </a:r>
            <a:r>
              <a:rPr lang="pt-BR" dirty="0"/>
              <a:t>.</a:t>
            </a:r>
          </a:p>
          <a:p>
            <a:r>
              <a:rPr lang="pt-BR" dirty="0"/>
              <a:t>  "--------------------------------------------------------------------------------------------------</a:t>
            </a:r>
          </a:p>
          <a:p>
            <a:r>
              <a:rPr lang="pt-BR" b="1" dirty="0">
                <a:solidFill>
                  <a:srgbClr val="FF0000"/>
                </a:solidFill>
              </a:rPr>
              <a:t>  " END OF MODIFICATION - Capgemini SAP AI </a:t>
            </a:r>
            <a:r>
              <a:rPr lang="pt-BR" b="1" dirty="0" err="1">
                <a:solidFill>
                  <a:srgbClr val="FF0000"/>
                </a:solidFill>
              </a:rPr>
              <a:t>Remediation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  "--------------------------------------------------------------------------------------------------</a:t>
            </a:r>
          </a:p>
          <a:p>
            <a:r>
              <a:rPr lang="pt-BR" dirty="0"/>
              <a:t>  REFRESH </a:t>
            </a:r>
            <a:r>
              <a:rPr lang="pt-BR" dirty="0" err="1"/>
              <a:t>tl_fieldcat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436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408B54F-E23F-332C-9D4E-ADE66C3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E02ED893-1C86-AAE7-DAD0-F19FF1D5D0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01163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5C01DBEE-DB52-9B37-4CC4-57D524682B0D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AI-</a:t>
            </a:r>
            <a:r>
              <a:rPr lang="pt-BR" sz="6000" b="1" dirty="0" err="1">
                <a:solidFill>
                  <a:srgbClr val="78BE20"/>
                </a:solidFill>
                <a:latin typeface="Leroy Merlin Sans"/>
              </a:rPr>
              <a:t>CodeGenCapgemini</a:t>
            </a:r>
            <a:endParaRPr lang="pt-BR" sz="6000" b="1" dirty="0">
              <a:solidFill>
                <a:srgbClr val="83CEC3"/>
              </a:solidFill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D19AA12A-39B2-3243-A95A-228903601C7C}"/>
              </a:ext>
            </a:extLst>
          </p:cNvPr>
          <p:cNvSpPr txBox="1"/>
          <p:nvPr/>
        </p:nvSpPr>
        <p:spPr>
          <a:xfrm>
            <a:off x="911604" y="1347048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pt-BR" sz="2800" b="1" dirty="0">
              <a:solidFill>
                <a:srgbClr val="CEDC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51CC1B-BB02-69A9-D9ED-AD342E1903BB}"/>
              </a:ext>
            </a:extLst>
          </p:cNvPr>
          <p:cNvSpPr txBox="1"/>
          <p:nvPr/>
        </p:nvSpPr>
        <p:spPr>
          <a:xfrm>
            <a:off x="1232452" y="1701435"/>
            <a:ext cx="6539948" cy="737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Objetivo: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Gerar aplicações SAP e artefatos técnicos a partir de requisitos funcionais escritos em texto simples.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Como funciona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Conversão de Requisito Funcional (Texto Simples) em artefatos técnicos.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Exemplo:</a:t>
            </a:r>
            <a:r>
              <a:rPr lang="pt-BR" dirty="0"/>
              <a:t> “Criar um App Fiori RAP para listar  preços da VKP5, e dois botões de criar  e excluir condição.  Criar </a:t>
            </a:r>
            <a:r>
              <a:rPr lang="pt-BR" dirty="0" err="1"/>
              <a:t>cds</a:t>
            </a:r>
            <a:r>
              <a:rPr lang="pt-BR" dirty="0"/>
              <a:t>, </a:t>
            </a:r>
            <a:r>
              <a:rPr lang="pt-BR" dirty="0" err="1"/>
              <a:t>anotations</a:t>
            </a:r>
            <a:r>
              <a:rPr lang="pt-BR" dirty="0"/>
              <a:t> e implementar a logica da BAPI para criação e alteração”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IA é possui uma base em RAG com manuais de ABAP,  RAP, CAP, Event </a:t>
            </a:r>
            <a:r>
              <a:rPr lang="pt-BR" dirty="0" err="1"/>
              <a:t>Mesh</a:t>
            </a:r>
            <a:r>
              <a:rPr lang="pt-BR" dirty="0"/>
              <a:t>, TM BOPF e EWM RF, Clean Core.</a:t>
            </a:r>
          </a:p>
          <a:p>
            <a:pPr>
              <a:lnSpc>
                <a:spcPct val="150000"/>
              </a:lnSpc>
            </a:pPr>
            <a:endParaRPr lang="pt-BR" sz="28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Conhecimento embarcado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Fiori  RAP, CAP, ABAP CDS, </a:t>
            </a:r>
            <a:r>
              <a:rPr lang="en-US" dirty="0" err="1"/>
              <a:t>Enhancemnts</a:t>
            </a:r>
            <a:r>
              <a:rPr lang="en-US" dirty="0"/>
              <a:t> ( BADIS,EXITS), EWM RF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TM BOPF, Event Mesh. </a:t>
            </a:r>
            <a:endParaRPr lang="pt-BR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Resultado</a:t>
            </a: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Objetos remediados e documentados para S/4HANA.</a:t>
            </a:r>
          </a:p>
          <a:p>
            <a:pPr>
              <a:lnSpc>
                <a:spcPct val="150000"/>
              </a:lnSpc>
            </a:pPr>
            <a:endParaRPr lang="pt-BR" sz="2800" b="1" dirty="0"/>
          </a:p>
          <a:p>
            <a:pPr>
              <a:lnSpc>
                <a:spcPct val="150000"/>
              </a:lnSpc>
            </a:pPr>
            <a:endParaRPr lang="pt-BR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2C2AC67-414E-3396-47DF-EFE87F972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722" y="2392632"/>
            <a:ext cx="9511747" cy="49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75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43BDB3E-F038-E8B2-01BD-601B40C9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6" title="Asset 45.png">
            <a:extLst>
              <a:ext uri="{FF2B5EF4-FFF2-40B4-BE49-F238E27FC236}">
                <a16:creationId xmlns:a16="http://schemas.microsoft.com/office/drawing/2014/main" id="{6978603A-D519-FA7A-0596-E491359834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01163"/>
            <a:ext cx="18288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>
            <a:extLst>
              <a:ext uri="{FF2B5EF4-FFF2-40B4-BE49-F238E27FC236}">
                <a16:creationId xmlns:a16="http://schemas.microsoft.com/office/drawing/2014/main" id="{B22EB4A3-1086-F0A1-A9BC-EF72E86B98E3}"/>
              </a:ext>
            </a:extLst>
          </p:cNvPr>
          <p:cNvSpPr txBox="1"/>
          <p:nvPr/>
        </p:nvSpPr>
        <p:spPr>
          <a:xfrm>
            <a:off x="819150" y="395575"/>
            <a:ext cx="122805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6000"/>
            </a:pPr>
            <a:r>
              <a:rPr lang="pt-BR" sz="6000" b="1" dirty="0">
                <a:solidFill>
                  <a:srgbClr val="78BE20"/>
                </a:solidFill>
                <a:latin typeface="Leroy Merlin Sans"/>
              </a:rPr>
              <a:t>AI-</a:t>
            </a:r>
            <a:r>
              <a:rPr lang="pt-BR" sz="6000" b="1" dirty="0" err="1">
                <a:solidFill>
                  <a:srgbClr val="78BE20"/>
                </a:solidFill>
                <a:latin typeface="Leroy Merlin Sans"/>
              </a:rPr>
              <a:t>CodeGenCapgemini</a:t>
            </a:r>
            <a:endParaRPr lang="pt-BR" sz="6000" b="1" dirty="0">
              <a:solidFill>
                <a:srgbClr val="83CEC3"/>
              </a:solidFill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>
              <a:buSzPts val="6000"/>
            </a:pPr>
            <a:endParaRPr lang="pt-BR" sz="6000" b="1" dirty="0">
              <a:solidFill>
                <a:srgbClr val="78BE20"/>
              </a:solidFill>
              <a:latin typeface="Leroy Merl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rgbClr val="78BE20"/>
              </a:solidFill>
              <a:latin typeface="Leroy Merlin Sans"/>
              <a:ea typeface="Leroy Merlin Sans"/>
              <a:cs typeface="Leroy Merlin Sans"/>
              <a:sym typeface="Leroy Merlin Sans"/>
            </a:endParaRPr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CC39A207-2FFF-9007-882C-B396BD528A21}"/>
              </a:ext>
            </a:extLst>
          </p:cNvPr>
          <p:cNvSpPr txBox="1"/>
          <p:nvPr/>
        </p:nvSpPr>
        <p:spPr>
          <a:xfrm>
            <a:off x="911604" y="1347048"/>
            <a:ext cx="14325672" cy="126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pt-BR" sz="2800" b="1" dirty="0">
              <a:solidFill>
                <a:srgbClr val="CEDC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F54BFD-9270-2143-C98A-FBF6463E9931}"/>
              </a:ext>
            </a:extLst>
          </p:cNvPr>
          <p:cNvSpPr txBox="1"/>
          <p:nvPr/>
        </p:nvSpPr>
        <p:spPr>
          <a:xfrm>
            <a:off x="911604" y="1678824"/>
            <a:ext cx="476363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Exemplo real no S4D.</a:t>
            </a:r>
          </a:p>
          <a:p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Requisito Funcional: </a:t>
            </a:r>
            <a:r>
              <a:rPr lang="pt-BR" dirty="0"/>
              <a:t>“Criar um App Fiori RAP para listar  preços da VKP5, e dois botões de criar  e excluir condição.  Criar </a:t>
            </a:r>
            <a:r>
              <a:rPr lang="pt-BR" dirty="0" err="1"/>
              <a:t>cds</a:t>
            </a:r>
            <a:r>
              <a:rPr lang="pt-BR" dirty="0"/>
              <a:t>, </a:t>
            </a:r>
            <a:r>
              <a:rPr lang="pt-BR" dirty="0" err="1"/>
              <a:t>anotations</a:t>
            </a:r>
            <a:r>
              <a:rPr lang="pt-BR" dirty="0"/>
              <a:t> e implementar a logica da BAPI para criação e alteração”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Resultado:  </a:t>
            </a:r>
            <a:r>
              <a:rPr lang="pt-BR" dirty="0"/>
              <a:t>Como resultado a IA se torna um Persona SAP Fiori RAP desenvolver e gerar todos os artefatos do aplicativo , conforme o requisito funcional.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  <a:p>
            <a:endParaRPr lang="pt-BR" b="1" dirty="0"/>
          </a:p>
          <a:p>
            <a:r>
              <a:rPr lang="pt-BR" sz="2800" b="1" dirty="0"/>
              <a:t>	</a:t>
            </a:r>
          </a:p>
          <a:p>
            <a:endParaRPr lang="pt-BR" sz="2800" b="1" dirty="0"/>
          </a:p>
          <a:p>
            <a:endParaRPr lang="pt-BR" sz="28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945822-553E-03B1-2D0C-3A5A5568D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30" y="4705422"/>
            <a:ext cx="2613887" cy="25681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CAA9CE8-BB85-A4C5-F3DE-8804D1D49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624" y="1347048"/>
            <a:ext cx="9415151" cy="461643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1234F64-6F8B-0509-A227-F5222D98E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3875" y="6186980"/>
            <a:ext cx="4612183" cy="275297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9FAE33E-C3A6-64BB-9947-DA6A789E1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9650" y="6186980"/>
            <a:ext cx="4612183" cy="2752971"/>
          </a:xfrm>
          <a:prstGeom prst="rect">
            <a:avLst/>
          </a:prstGeom>
        </p:spPr>
      </p:pic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939D8535-D2B7-1892-01AF-C0E5E6C7EE95}"/>
              </a:ext>
            </a:extLst>
          </p:cNvPr>
          <p:cNvSpPr/>
          <p:nvPr/>
        </p:nvSpPr>
        <p:spPr>
          <a:xfrm>
            <a:off x="6202017" y="4330852"/>
            <a:ext cx="1782593" cy="105354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360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76549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68F17CA2CB164CBFAD86275A05975E" ma:contentTypeVersion="11" ma:contentTypeDescription="Create a new document." ma:contentTypeScope="" ma:versionID="355da6d386a1ac5722776ee913f0ac95">
  <xsd:schema xmlns:xsd="http://www.w3.org/2001/XMLSchema" xmlns:xs="http://www.w3.org/2001/XMLSchema" xmlns:p="http://schemas.microsoft.com/office/2006/metadata/properties" xmlns:ns2="353b52c2-0711-45d5-8990-506702d1eab4" xmlns:ns3="9e7f775d-0d57-430b-91f2-a1445d4b399e" targetNamespace="http://schemas.microsoft.com/office/2006/metadata/properties" ma:root="true" ma:fieldsID="db784a96c66d1d27947ae07cd33ce125" ns2:_="" ns3:_="">
    <xsd:import namespace="353b52c2-0711-45d5-8990-506702d1eab4"/>
    <xsd:import namespace="9e7f775d-0d57-430b-91f2-a1445d4b39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3b52c2-0711-45d5-8990-506702d1ea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7f775d-0d57-430b-91f2-a1445d4b399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294592c-e342-42f5-971a-f56cfeebbd55}" ma:internalName="TaxCatchAll" ma:showField="CatchAllData" ma:web="9e7f775d-0d57-430b-91f2-a1445d4b39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7f775d-0d57-430b-91f2-a1445d4b399e" xsi:nil="true"/>
    <lcf76f155ced4ddcb4097134ff3c332f xmlns="353b52c2-0711-45d5-8990-506702d1eab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5136F35-DFF4-4F39-ACD9-0428EE6DA9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3FC060-0FCB-4C20-8013-D21E069295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3b52c2-0711-45d5-8990-506702d1eab4"/>
    <ds:schemaRef ds:uri="9e7f775d-0d57-430b-91f2-a1445d4b39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BEC45D-C878-4D10-83AD-217AF12767C2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purl.org/dc/terms/"/>
    <ds:schemaRef ds:uri="353b52c2-0711-45d5-8990-506702d1eab4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9e7f775d-0d57-430b-91f2-a1445d4b399e"/>
  </ds:schemaRefs>
</ds:datastoreItem>
</file>

<file path=docMetadata/LabelInfo.xml><?xml version="1.0" encoding="utf-8"?>
<clbl:labelList xmlns:clbl="http://schemas.microsoft.com/office/2020/mipLabelMetadata">
  <clbl:label id="{0ffa499d-8334-4b45-bbba-5ec17299202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4838</TotalTime>
  <Words>1304</Words>
  <Application>Microsoft Office PowerPoint</Application>
  <PresentationFormat>Personalizar</PresentationFormat>
  <Paragraphs>181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Open Sans</vt:lpstr>
      <vt:lpstr>Arial</vt:lpstr>
      <vt:lpstr>Wingdings</vt:lpstr>
      <vt:lpstr>Leroy Merlin Sans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Ramos, Anna Laura de Oliveira</dc:creator>
  <cp:lastModifiedBy>Ferri, Fabio</cp:lastModifiedBy>
  <cp:revision>8</cp:revision>
  <dcterms:modified xsi:type="dcterms:W3CDTF">2026-08-05T14:32:50Z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0x010100A668F17CA2CB164CBFAD86275A05975E</vt:lpwstr>
  </property>
  <property fmtid="{D5CDD505-2E9C-101B-9397-08002B2CF9AE}" pid="3" name="MediaServiceImageTags">
    <vt:lpwstr/>
  </property>
</Properties>
</file>